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embeddedFontLst>
    <p:embeddedFont>
      <p:font typeface="Inter"/>
      <p:regular r:id="rId42"/>
      <p:bold r:id="rId43"/>
      <p:italic r:id="rId44"/>
      <p:boldItalic r:id="rId45"/>
    </p:embeddedFont>
    <p:embeddedFont>
      <p:font typeface="Pacifico"/>
      <p:regular r:id="rId46"/>
    </p:embeddedFont>
    <p:embeddedFont>
      <p:font typeface="Lexend"/>
      <p:regular r:id="rId47"/>
      <p:bold r:id="rId48"/>
    </p:embeddedFont>
    <p:embeddedFont>
      <p:font typeface="Oswald"/>
      <p:regular r:id="rId49"/>
      <p:bold r:id="rId50"/>
    </p:embeddedFont>
    <p:embeddedFont>
      <p:font typeface="Inter ExtraLight"/>
      <p:regular r:id="rId51"/>
      <p:bold r:id="rId52"/>
      <p:italic r:id="rId53"/>
      <p:boldItalic r:id="rId54"/>
    </p:embeddedFont>
    <p:embeddedFont>
      <p:font typeface="Comic Relief"/>
      <p:regular r:id="rId55"/>
      <p:bold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Inter-regular.fntdata"/><Relationship Id="rId41" Type="http://schemas.openxmlformats.org/officeDocument/2006/relationships/slide" Target="slides/slide35.xml"/><Relationship Id="rId44" Type="http://schemas.openxmlformats.org/officeDocument/2006/relationships/font" Target="fonts/Inter-italic.fntdata"/><Relationship Id="rId43" Type="http://schemas.openxmlformats.org/officeDocument/2006/relationships/font" Target="fonts/Inter-bold.fntdata"/><Relationship Id="rId46" Type="http://schemas.openxmlformats.org/officeDocument/2006/relationships/font" Target="fonts/Pacifico-regular.fntdata"/><Relationship Id="rId45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Lexend-bold.fntdata"/><Relationship Id="rId47" Type="http://schemas.openxmlformats.org/officeDocument/2006/relationships/font" Target="fonts/Lexend-regular.fntdata"/><Relationship Id="rId49" Type="http://schemas.openxmlformats.org/officeDocument/2006/relationships/font" Target="fonts/Oswald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InterExtraLight-regular.fntdata"/><Relationship Id="rId50" Type="http://schemas.openxmlformats.org/officeDocument/2006/relationships/font" Target="fonts/Oswald-bold.fntdata"/><Relationship Id="rId53" Type="http://schemas.openxmlformats.org/officeDocument/2006/relationships/font" Target="fonts/InterExtraLight-italic.fntdata"/><Relationship Id="rId52" Type="http://schemas.openxmlformats.org/officeDocument/2006/relationships/font" Target="fonts/InterExtraLight-bold.fntdata"/><Relationship Id="rId11" Type="http://schemas.openxmlformats.org/officeDocument/2006/relationships/slide" Target="slides/slide5.xml"/><Relationship Id="rId55" Type="http://schemas.openxmlformats.org/officeDocument/2006/relationships/font" Target="fonts/ComicRelief-regular.fntdata"/><Relationship Id="rId10" Type="http://schemas.openxmlformats.org/officeDocument/2006/relationships/slide" Target="slides/slide4.xml"/><Relationship Id="rId54" Type="http://schemas.openxmlformats.org/officeDocument/2006/relationships/font" Target="fonts/InterExtraLight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schemas.openxmlformats.org/officeDocument/2006/relationships/font" Target="fonts/ComicRelief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42c0b5c93bfda51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h42c0b5c93bfda51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1bccd770e8caf3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h1bccd770e8caf3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2483a72d626482d5_7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h2483a72d626482d5_7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1bccd770e8caf3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h1bccd770e8caf3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2483a72d626482d5_7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h2483a72d626482d5_7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2483a72d626482d5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h2483a72d626482d5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42c0b5c93bfda515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h42c0b5c93bfda51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42c0b5c93bfda51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h42c0b5c93bfda51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h42c0b5c93bfda51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h42c0b5c93bfda51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166a1cf4b5e36852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h166a1cf4b5e36852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h166a1cf4b5e36852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h166a1cf4b5e36852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166a1cf4b5e36852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h166a1cf4b5e3685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…ok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166a1cf4b5e36852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h166a1cf4b5e36852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Christmas?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h166a1cf4b5e36852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h166a1cf4b5e36852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h166a1cf4b5e36852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h166a1cf4b5e36852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h166a1cf4b5e36852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h166a1cf4b5e36852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Why?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h166a1cf4b5e36852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h166a1cf4b5e36852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movies do you like?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h166a1cf4b5e36852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h166a1cf4b5e36852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h166a1cf4b5e368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h166a1cf4b5e368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h166a1cf4b5e3685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h166a1cf4b5e3685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h166a1cf4b5e3685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h166a1cf4b5e3685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…ok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h166a1cf4b5e3685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h166a1cf4b5e3685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Christmas?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h166a1cf4b5e3685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h166a1cf4b5e3685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h166a1cf4b5e3685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h166a1cf4b5e3685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h166a1cf4b5e3685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h166a1cf4b5e3685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Why?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h166a1cf4b5e3685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h166a1cf4b5e3685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movies do you like?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h166a1cf4b5e3685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h166a1cf4b5e3685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h1bccd770e8caf32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h1bccd770e8caf32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h1bccd770e8caf32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h1bccd770e8caf32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h1bccd770e8caf32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h1bccd770e8caf32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h1bccd770e8caf32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h1bccd770e8caf32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h1bccd770e8caf32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h1bccd770e8caf32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h1bccd770e8caf32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h1bccd770e8caf32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h1bccd770e8caf32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h1bccd770e8caf32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h7af89712a75b0a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h7af89712a75b0a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screen test for </a:t>
            </a:r>
            <a:r>
              <a:rPr lang="en"/>
              <a:t>Happy Poagy conversation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8" name="Google Shape;58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" name="Google Shape;8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" name="Google Shape;86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14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slide" Target="/ppt/slides/slide9.xml"/><Relationship Id="rId4" Type="http://schemas.openxmlformats.org/officeDocument/2006/relationships/image" Target="../media/image1.png"/><Relationship Id="rId9" Type="http://schemas.openxmlformats.org/officeDocument/2006/relationships/slide" Target="/ppt/slides/slide6.xml"/><Relationship Id="rId5" Type="http://schemas.openxmlformats.org/officeDocument/2006/relationships/slide" Target="/ppt/slides/slide7.xml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slide" Target="/ppt/slides/slide2.xml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35.xml"/><Relationship Id="rId10" Type="http://schemas.openxmlformats.org/officeDocument/2006/relationships/slide" Target="/ppt/slides/slide3.xml"/><Relationship Id="rId12" Type="http://schemas.openxmlformats.org/officeDocument/2006/relationships/slide" Target="/ppt/slides/slide4.xml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9.xml"/><Relationship Id="rId4" Type="http://schemas.openxmlformats.org/officeDocument/2006/relationships/image" Target="../media/image1.png"/><Relationship Id="rId9" Type="http://schemas.openxmlformats.org/officeDocument/2006/relationships/slide" Target="/ppt/slides/slide1.xml"/><Relationship Id="rId5" Type="http://schemas.openxmlformats.org/officeDocument/2006/relationships/slide" Target="/ppt/slides/slide7.xml"/><Relationship Id="rId6" Type="http://schemas.openxmlformats.org/officeDocument/2006/relationships/image" Target="../media/image3.png"/><Relationship Id="rId7" Type="http://schemas.openxmlformats.org/officeDocument/2006/relationships/slide" Target="/ppt/slides/slide6.xml"/><Relationship Id="rId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2.xml"/><Relationship Id="rId10" Type="http://schemas.openxmlformats.org/officeDocument/2006/relationships/slide" Target="/ppt/slides/slide1.xml"/><Relationship Id="rId12" Type="http://schemas.openxmlformats.org/officeDocument/2006/relationships/slide" Target="/ppt/slides/slide35.xml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9.xml"/><Relationship Id="rId4" Type="http://schemas.openxmlformats.org/officeDocument/2006/relationships/image" Target="../media/image1.png"/><Relationship Id="rId9" Type="http://schemas.openxmlformats.org/officeDocument/2006/relationships/slide" Target="/ppt/slides/slide4.xml"/><Relationship Id="rId5" Type="http://schemas.openxmlformats.org/officeDocument/2006/relationships/slide" Target="/ppt/slides/slide7.xml"/><Relationship Id="rId6" Type="http://schemas.openxmlformats.org/officeDocument/2006/relationships/image" Target="../media/image3.png"/><Relationship Id="rId7" Type="http://schemas.openxmlformats.org/officeDocument/2006/relationships/slide" Target="/ppt/slides/slide6.xml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28.xml"/><Relationship Id="rId10" Type="http://schemas.openxmlformats.org/officeDocument/2006/relationships/slide" Target="/ppt/slides/slide1.xml"/><Relationship Id="rId12" Type="http://schemas.openxmlformats.org/officeDocument/2006/relationships/slide" Target="/ppt/slides/slide5.xml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9.xml"/><Relationship Id="rId4" Type="http://schemas.openxmlformats.org/officeDocument/2006/relationships/image" Target="../media/image1.png"/><Relationship Id="rId9" Type="http://schemas.openxmlformats.org/officeDocument/2006/relationships/slide" Target="/ppt/slides/slide2.xml"/><Relationship Id="rId5" Type="http://schemas.openxmlformats.org/officeDocument/2006/relationships/slide" Target="/ppt/slides/slide7.xml"/><Relationship Id="rId6" Type="http://schemas.openxmlformats.org/officeDocument/2006/relationships/image" Target="../media/image3.png"/><Relationship Id="rId7" Type="http://schemas.openxmlformats.org/officeDocument/2006/relationships/slide" Target="/ppt/slides/slide6.xml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4.xml"/><Relationship Id="rId10" Type="http://schemas.openxmlformats.org/officeDocument/2006/relationships/slide" Target="/ppt/slides/slide28.xml"/><Relationship Id="rId12" Type="http://schemas.openxmlformats.org/officeDocument/2006/relationships/slide" Target="/ppt/slides/slide2.xml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9.xml"/><Relationship Id="rId4" Type="http://schemas.openxmlformats.org/officeDocument/2006/relationships/image" Target="../media/image1.png"/><Relationship Id="rId9" Type="http://schemas.openxmlformats.org/officeDocument/2006/relationships/slide" Target="/ppt/slides/slide1.xml"/><Relationship Id="rId5" Type="http://schemas.openxmlformats.org/officeDocument/2006/relationships/slide" Target="/ppt/slides/slide7.xml"/><Relationship Id="rId6" Type="http://schemas.openxmlformats.org/officeDocument/2006/relationships/image" Target="../media/image3.png"/><Relationship Id="rId7" Type="http://schemas.openxmlformats.org/officeDocument/2006/relationships/slide" Target="/ppt/slides/slide6.xml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14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1.xml"/><Relationship Id="rId4" Type="http://schemas.openxmlformats.org/officeDocument/2006/relationships/image" Target="../media/image3.png"/><Relationship Id="rId9" Type="http://schemas.openxmlformats.org/officeDocument/2006/relationships/slide" Target="/ppt/slides/slide6.xml"/><Relationship Id="rId5" Type="http://schemas.openxmlformats.org/officeDocument/2006/relationships/image" Target="../media/image4.png"/><Relationship Id="rId6" Type="http://schemas.openxmlformats.org/officeDocument/2006/relationships/hyperlink" Target="http://poagygs.blogspot.com" TargetMode="External"/><Relationship Id="rId7" Type="http://schemas.openxmlformats.org/officeDocument/2006/relationships/slide" Target="/ppt/slides/slide1.xml"/><Relationship Id="rId8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14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1.xml"/><Relationship Id="rId4" Type="http://schemas.openxmlformats.org/officeDocument/2006/relationships/image" Target="../media/image3.png"/><Relationship Id="rId9" Type="http://schemas.openxmlformats.org/officeDocument/2006/relationships/slide" Target="/ppt/slides/slide6.xml"/><Relationship Id="rId5" Type="http://schemas.openxmlformats.org/officeDocument/2006/relationships/image" Target="../media/image4.png"/><Relationship Id="rId6" Type="http://schemas.openxmlformats.org/officeDocument/2006/relationships/slide" Target="/ppt/slides/slide1.xml"/><Relationship Id="rId7" Type="http://schemas.openxmlformats.org/officeDocument/2006/relationships/slide" Target="/ppt/slides/slide8.xml"/><Relationship Id="rId8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14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1.xml"/><Relationship Id="rId4" Type="http://schemas.openxmlformats.org/officeDocument/2006/relationships/image" Target="../media/image3.png"/><Relationship Id="rId9" Type="http://schemas.openxmlformats.org/officeDocument/2006/relationships/slide" Target="/ppt/slides/slide6.xml"/><Relationship Id="rId5" Type="http://schemas.openxmlformats.org/officeDocument/2006/relationships/image" Target="../media/image4.png"/><Relationship Id="rId6" Type="http://schemas.openxmlformats.org/officeDocument/2006/relationships/slide" Target="/ppt/slides/slide1.xml"/><Relationship Id="rId7" Type="http://schemas.openxmlformats.org/officeDocument/2006/relationships/slide" Target="/ppt/slides/slide7.xml"/><Relationship Id="rId8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8.png"/><Relationship Id="rId13" Type="http://schemas.openxmlformats.org/officeDocument/2006/relationships/image" Target="../media/image14.png"/><Relationship Id="rId12" Type="http://schemas.openxmlformats.org/officeDocument/2006/relationships/slide" Target="/ppt/slides/slide6.xml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hyperlink" Target="https://docs.google.com/presentation/d/e/2PACX-1vR6Qxb3Rts71-iPgfpWOz7AoAY_sdAd8BmgQR9PllxtEBaCF6HMiNtCKJd1PRPGAAYpTHyXLeVxsTqO/pub?start=false&amp;loop=false&amp;delayms=3000" TargetMode="External"/><Relationship Id="rId15" Type="http://schemas.openxmlformats.org/officeDocument/2006/relationships/image" Target="../media/image16.png"/><Relationship Id="rId14" Type="http://schemas.openxmlformats.org/officeDocument/2006/relationships/slide" Target="/ppt/slides/slide1.xml"/><Relationship Id="rId5" Type="http://schemas.openxmlformats.org/officeDocument/2006/relationships/slide" Target="/ppt/slides/slide1.xml"/><Relationship Id="rId6" Type="http://schemas.openxmlformats.org/officeDocument/2006/relationships/image" Target="../media/image10.png"/><Relationship Id="rId7" Type="http://schemas.openxmlformats.org/officeDocument/2006/relationships/hyperlink" Target="https://sites.google.com/view/poagygs/poagy-gs-2/" TargetMode="External"/><Relationship Id="rId8" Type="http://schemas.openxmlformats.org/officeDocument/2006/relationships/hyperlink" Target="https://sites.google.com/view/poagygs/poagy-gs-2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Relationship Id="rId4" Type="http://schemas.openxmlformats.org/officeDocument/2006/relationships/image" Target="../media/image7.png"/><Relationship Id="rId5" Type="http://schemas.openxmlformats.org/officeDocument/2006/relationships/slide" Target="/ppt/slides/slide11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Relationship Id="rId4" Type="http://schemas.openxmlformats.org/officeDocument/2006/relationships/slide" Target="/ppt/slides/slide12.xml"/><Relationship Id="rId5" Type="http://schemas.openxmlformats.org/officeDocument/2006/relationships/slide" Target="/ppt/slides/slide16.xml"/><Relationship Id="rId6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Relationship Id="rId4" Type="http://schemas.openxmlformats.org/officeDocument/2006/relationships/slide" Target="/ppt/slides/slide15.xml"/><Relationship Id="rId5" Type="http://schemas.openxmlformats.org/officeDocument/2006/relationships/slide" Target="/ppt/slides/slide13.xml"/><Relationship Id="rId6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slide" Target="/ppt/slides/slide14.xml"/><Relationship Id="rId5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Relationship Id="rId4" Type="http://schemas.openxmlformats.org/officeDocument/2006/relationships/slide" Target="/ppt/slides/slide17.xml"/><Relationship Id="rId5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jpg"/><Relationship Id="rId4" Type="http://schemas.openxmlformats.org/officeDocument/2006/relationships/slide" Target="/ppt/slides/slide18.xml"/><Relationship Id="rId5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Relationship Id="rId4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Relationship Id="rId4" Type="http://schemas.openxmlformats.org/officeDocument/2006/relationships/slide" Target="/ppt/slides/slide20.xml"/><Relationship Id="rId5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Relationship Id="rId4" Type="http://schemas.openxmlformats.org/officeDocument/2006/relationships/slide" Target="/ppt/slides/slide21.xml"/><Relationship Id="rId5" Type="http://schemas.openxmlformats.org/officeDocument/2006/relationships/slide" Target="/ppt/slides/slide25.xml"/><Relationship Id="rId6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jpg"/><Relationship Id="rId4" Type="http://schemas.openxmlformats.org/officeDocument/2006/relationships/slide" Target="/ppt/slides/slide24.xml"/><Relationship Id="rId5" Type="http://schemas.openxmlformats.org/officeDocument/2006/relationships/slide" Target="/ppt/slides/slide22.xml"/><Relationship Id="rId6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jpg"/><Relationship Id="rId4" Type="http://schemas.openxmlformats.org/officeDocument/2006/relationships/slide" Target="/ppt/slides/slide23.xml"/><Relationship Id="rId5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jpg"/><Relationship Id="rId4" Type="http://schemas.openxmlformats.org/officeDocument/2006/relationships/slide" Target="/ppt/slides/slide26.xml"/><Relationship Id="rId5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jpg"/><Relationship Id="rId4" Type="http://schemas.openxmlformats.org/officeDocument/2006/relationships/slide" Target="/ppt/slides/slide27.xml"/><Relationship Id="rId5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jpg"/><Relationship Id="rId4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slide" Target="/ppt/slides/slide2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slide" Target="/ppt/slides/slide30.xml"/><Relationship Id="rId4" Type="http://schemas.openxmlformats.org/officeDocument/2006/relationships/slide" Target="/ppt/slides/slide29.xml"/><Relationship Id="rId5" Type="http://schemas.openxmlformats.org/officeDocument/2006/relationships/slide" Target="/ppt/slides/slide2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jpg"/><Relationship Id="rId4" Type="http://schemas.openxmlformats.org/officeDocument/2006/relationships/slide" Target="/ppt/slides/slide31.xml"/><Relationship Id="rId5" Type="http://schemas.openxmlformats.org/officeDocument/2006/relationships/slide" Target="/ppt/slides/slide32.xml"/><Relationship Id="rId6" Type="http://schemas.openxmlformats.org/officeDocument/2006/relationships/slide" Target="/ppt/slides/slide33.xml"/><Relationship Id="rId7" Type="http://schemas.openxmlformats.org/officeDocument/2006/relationships/slide" Target="/ppt/slides/slide34.xml"/><Relationship Id="rId8" Type="http://schemas.openxmlformats.org/officeDocument/2006/relationships/slide" Target="/ppt/slides/slide2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jpg"/><Relationship Id="rId4" Type="http://schemas.openxmlformats.org/officeDocument/2006/relationships/slide" Target="/ppt/slides/slide28.xml"/><Relationship Id="rId5" Type="http://schemas.openxmlformats.org/officeDocument/2006/relationships/slide" Target="/ppt/slides/slide2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jpg"/><Relationship Id="rId4" Type="http://schemas.openxmlformats.org/officeDocument/2006/relationships/slide" Target="/ppt/slides/slide28.xml"/><Relationship Id="rId5" Type="http://schemas.openxmlformats.org/officeDocument/2006/relationships/slide" Target="/ppt/slides/slide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jpg"/><Relationship Id="rId4" Type="http://schemas.openxmlformats.org/officeDocument/2006/relationships/slide" Target="/ppt/slides/slide28.xml"/><Relationship Id="rId5" Type="http://schemas.openxmlformats.org/officeDocument/2006/relationships/slide" Target="/ppt/slides/slide2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jpg"/><Relationship Id="rId4" Type="http://schemas.openxmlformats.org/officeDocument/2006/relationships/slide" Target="/ppt/slides/slide28.xml"/><Relationship Id="rId5" Type="http://schemas.openxmlformats.org/officeDocument/2006/relationships/slide" Target="/ppt/slides/slide2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/>
          <p:nvPr/>
        </p:nvSpPr>
        <p:spPr>
          <a:xfrm>
            <a:off x="13500" y="0"/>
            <a:ext cx="9117000" cy="350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5A6BD"/>
              </a:gs>
              <a:gs pos="100000">
                <a:srgbClr val="E06666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      </a:t>
            </a:r>
            <a:r>
              <a:rPr lang="en"/>
              <a:t>poagy.gs Home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5"/>
          <p:cNvSpPr/>
          <p:nvPr/>
        </p:nvSpPr>
        <p:spPr>
          <a:xfrm>
            <a:off x="0" y="13"/>
            <a:ext cx="9117000" cy="350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0000"/>
              </a:gs>
              <a:gs pos="100000">
                <a:srgbClr val="E06666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      You are on rolling release. Some things will not work as expected.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25" title="littlepoagy-nobg.png">
            <a:hlinkClick action="ppaction://hlinksldjump" r:id="rId3"/>
          </p:cNvPr>
          <p:cNvPicPr preferRelativeResize="0"/>
          <p:nvPr/>
        </p:nvPicPr>
        <p:blipFill rotWithShape="1">
          <a:blip r:embed="rId4">
            <a:alphaModFix/>
          </a:blip>
          <a:srcRect b="26438" l="0" r="0" t="0"/>
          <a:stretch/>
        </p:blipFill>
        <p:spPr>
          <a:xfrm>
            <a:off x="0" y="0"/>
            <a:ext cx="350400" cy="35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5">
            <a:hlinkClick action="ppaction://hlinksldjump"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40525" y="46613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5" title="littlepoagy-excited-removebg-previe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35700" y="1182000"/>
            <a:ext cx="2024025" cy="27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5">
            <a:hlinkClick action="ppaction://hlinksldjump" r:id="rId8"/>
          </p:cNvPr>
          <p:cNvSpPr/>
          <p:nvPr/>
        </p:nvSpPr>
        <p:spPr>
          <a:xfrm>
            <a:off x="4331225" y="2255100"/>
            <a:ext cx="2596200" cy="633300"/>
          </a:xfrm>
          <a:prstGeom prst="roundRect">
            <a:avLst>
              <a:gd fmla="val 12673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</a:t>
            </a:r>
            <a:endParaRPr/>
          </a:p>
        </p:txBody>
      </p:sp>
      <p:pic>
        <p:nvPicPr>
          <p:cNvPr id="105" name="Google Shape;105;p25">
            <a:hlinkClick action="ppaction://hlinksldjump"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213875" y="46621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5"/>
          <p:cNvSpPr/>
          <p:nvPr/>
        </p:nvSpPr>
        <p:spPr>
          <a:xfrm>
            <a:off x="4021950" y="-176275"/>
            <a:ext cx="1348500" cy="12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067175" y="46613"/>
            <a:ext cx="25717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40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400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/>
          <p:nvPr/>
        </p:nvSpPr>
        <p:spPr>
          <a:xfrm>
            <a:off x="13500" y="0"/>
            <a:ext cx="9117000" cy="350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5A6BD"/>
              </a:gs>
              <a:gs pos="100000">
                <a:srgbClr val="E06666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      Game selection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26" title="littlepoagy-nobg.png">
            <a:hlinkClick action="ppaction://hlinksldjump" r:id="rId3"/>
          </p:cNvPr>
          <p:cNvPicPr preferRelativeResize="0"/>
          <p:nvPr/>
        </p:nvPicPr>
        <p:blipFill rotWithShape="1">
          <a:blip r:embed="rId4">
            <a:alphaModFix/>
          </a:blip>
          <a:srcRect b="26438" l="0" r="0" t="0"/>
          <a:stretch/>
        </p:blipFill>
        <p:spPr>
          <a:xfrm>
            <a:off x="0" y="0"/>
            <a:ext cx="350400" cy="35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6">
            <a:hlinkClick action="ppaction://hlinksldjump"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40525" y="46613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6" title="littlepoagy-nobg.png"/>
          <p:cNvPicPr preferRelativeResize="0"/>
          <p:nvPr/>
        </p:nvPicPr>
        <p:blipFill rotWithShape="1">
          <a:blip r:embed="rId4">
            <a:alphaModFix/>
          </a:blip>
          <a:srcRect b="0" l="505" r="505" t="0"/>
          <a:stretch/>
        </p:blipFill>
        <p:spPr>
          <a:xfrm>
            <a:off x="110100" y="563175"/>
            <a:ext cx="967425" cy="132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6">
            <a:hlinkClick action="ppaction://hlinksldjump"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13875" y="46621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6"/>
          <p:cNvSpPr/>
          <p:nvPr/>
        </p:nvSpPr>
        <p:spPr>
          <a:xfrm>
            <a:off x="4021950" y="-176275"/>
            <a:ext cx="1348500" cy="12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6"/>
          <p:cNvSpPr txBox="1"/>
          <p:nvPr/>
        </p:nvSpPr>
        <p:spPr>
          <a:xfrm>
            <a:off x="1155800" y="692275"/>
            <a:ext cx="26487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omic Relief"/>
                <a:ea typeface="Comic Relief"/>
                <a:cs typeface="Comic Relief"/>
                <a:sym typeface="Comic Relief"/>
              </a:rPr>
              <a:t>Happy Poagy conversation</a:t>
            </a:r>
            <a:r>
              <a:rPr lang="en" sz="1600">
                <a:solidFill>
                  <a:schemeClr val="lt1"/>
                </a:solidFill>
                <a:latin typeface="Comic Relief"/>
                <a:ea typeface="Comic Relief"/>
                <a:cs typeface="Comic Relief"/>
                <a:sym typeface="Comic Relief"/>
              </a:rPr>
              <a:t> </a:t>
            </a:r>
            <a:endParaRPr sz="1600">
              <a:solidFill>
                <a:schemeClr val="lt1"/>
              </a:solidFill>
              <a:latin typeface="Comic Relief"/>
              <a:ea typeface="Comic Relief"/>
              <a:cs typeface="Comic Relief"/>
              <a:sym typeface="Comic Relief"/>
            </a:endParaRPr>
          </a:p>
        </p:txBody>
      </p:sp>
      <p:sp>
        <p:nvSpPr>
          <p:cNvPr id="119" name="Google Shape;119;p26"/>
          <p:cNvSpPr txBox="1"/>
          <p:nvPr/>
        </p:nvSpPr>
        <p:spPr>
          <a:xfrm>
            <a:off x="1155800" y="1276200"/>
            <a:ext cx="1800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v1.0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Last updated: Oct 6th, 2026</a:t>
            </a:r>
            <a:endParaRPr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Added to catalog: Oct 6th, 2026</a:t>
            </a:r>
            <a:endParaRPr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26"/>
          <p:cNvSpPr txBox="1"/>
          <p:nvPr/>
        </p:nvSpPr>
        <p:spPr>
          <a:xfrm>
            <a:off x="966550" y="4772775"/>
            <a:ext cx="23814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Processing, please wait.</a:t>
            </a:r>
            <a:endParaRPr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21" name="Google Shape;121;p26">
            <a:hlinkClick action="ppaction://hlinksldjump" r:id="rId9"/>
          </p:cNvPr>
          <p:cNvSpPr/>
          <p:nvPr/>
        </p:nvSpPr>
        <p:spPr>
          <a:xfrm>
            <a:off x="-950" y="4793175"/>
            <a:ext cx="967500" cy="3504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Back</a:t>
            </a:r>
            <a:endParaRPr sz="1000"/>
          </a:p>
        </p:txBody>
      </p:sp>
      <p:sp>
        <p:nvSpPr>
          <p:cNvPr id="122" name="Google Shape;122;p26"/>
          <p:cNvSpPr/>
          <p:nvPr/>
        </p:nvSpPr>
        <p:spPr>
          <a:xfrm>
            <a:off x="151925" y="1960350"/>
            <a:ext cx="1117500" cy="2031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News</a:t>
            </a:r>
            <a:endParaRPr sz="1000"/>
          </a:p>
        </p:txBody>
      </p:sp>
      <p:sp>
        <p:nvSpPr>
          <p:cNvPr id="123" name="Google Shape;123;p26">
            <a:hlinkClick action="ppaction://hlinksldjump" r:id="rId10"/>
          </p:cNvPr>
          <p:cNvSpPr/>
          <p:nvPr/>
        </p:nvSpPr>
        <p:spPr>
          <a:xfrm>
            <a:off x="1269425" y="1960350"/>
            <a:ext cx="1117500" cy="2031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Badges</a:t>
            </a:r>
            <a:endParaRPr sz="1000"/>
          </a:p>
        </p:txBody>
      </p:sp>
      <p:sp>
        <p:nvSpPr>
          <p:cNvPr id="124" name="Google Shape;124;p26"/>
          <p:cNvSpPr/>
          <p:nvPr/>
        </p:nvSpPr>
        <p:spPr>
          <a:xfrm>
            <a:off x="151925" y="2163438"/>
            <a:ext cx="3084900" cy="2231700"/>
          </a:xfrm>
          <a:prstGeom prst="rect">
            <a:avLst/>
          </a:prstGeom>
          <a:solidFill>
            <a:srgbClr val="666666">
              <a:alpha val="6471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000">
                <a:solidFill>
                  <a:srgbClr val="B7B7B7"/>
                </a:solidFill>
                <a:latin typeface="Inter"/>
                <a:ea typeface="Inter"/>
                <a:cs typeface="Inter"/>
                <a:sym typeface="Inter"/>
              </a:rPr>
              <a:t>No news.</a:t>
            </a:r>
            <a:endParaRPr sz="1000">
              <a:solidFill>
                <a:srgbClr val="B7B7B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26">
            <a:hlinkClick action="ppaction://hlinksldjump" r:id="rId11"/>
          </p:cNvPr>
          <p:cNvSpPr/>
          <p:nvPr/>
        </p:nvSpPr>
        <p:spPr>
          <a:xfrm>
            <a:off x="7795575" y="4587225"/>
            <a:ext cx="1348500" cy="5562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</a:t>
            </a:r>
            <a:endParaRPr/>
          </a:p>
        </p:txBody>
      </p:sp>
      <p:sp>
        <p:nvSpPr>
          <p:cNvPr id="126" name="Google Shape;126;p26"/>
          <p:cNvSpPr/>
          <p:nvPr/>
        </p:nvSpPr>
        <p:spPr>
          <a:xfrm>
            <a:off x="5452200" y="350400"/>
            <a:ext cx="3678300" cy="59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Happy Poagy conversation</a:t>
            </a:r>
            <a:endParaRPr sz="1200"/>
          </a:p>
        </p:txBody>
      </p:sp>
      <p:sp>
        <p:nvSpPr>
          <p:cNvPr id="127" name="Google Shape;127;p26">
            <a:hlinkClick action="ppaction://hlinksldjump" r:id="rId12"/>
          </p:cNvPr>
          <p:cNvSpPr/>
          <p:nvPr/>
        </p:nvSpPr>
        <p:spPr>
          <a:xfrm>
            <a:off x="7157825" y="948000"/>
            <a:ext cx="3678300" cy="597600"/>
          </a:xfrm>
          <a:prstGeom prst="rect">
            <a:avLst/>
          </a:prstGeom>
          <a:gradFill>
            <a:gsLst>
              <a:gs pos="0">
                <a:srgbClr val="D5A6BD"/>
              </a:gs>
              <a:gs pos="100000">
                <a:srgbClr val="E06666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ultra realistic poagy getting lost simulator</a:t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/>
          <p:nvPr/>
        </p:nvSpPr>
        <p:spPr>
          <a:xfrm>
            <a:off x="13500" y="0"/>
            <a:ext cx="9117000" cy="350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5A6BD"/>
              </a:gs>
              <a:gs pos="100000">
                <a:srgbClr val="E06666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      Game selection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27" title="littlepoagy-nobg.png">
            <a:hlinkClick action="ppaction://hlinksldjump" r:id="rId3"/>
          </p:cNvPr>
          <p:cNvPicPr preferRelativeResize="0"/>
          <p:nvPr/>
        </p:nvPicPr>
        <p:blipFill rotWithShape="1">
          <a:blip r:embed="rId4">
            <a:alphaModFix/>
          </a:blip>
          <a:srcRect b="26438" l="0" r="0" t="0"/>
          <a:stretch/>
        </p:blipFill>
        <p:spPr>
          <a:xfrm>
            <a:off x="0" y="0"/>
            <a:ext cx="350400" cy="35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7">
            <a:hlinkClick action="ppaction://hlinksldjump"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40525" y="46613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7" title="littlepoagy-nobg.png"/>
          <p:cNvPicPr preferRelativeResize="0"/>
          <p:nvPr/>
        </p:nvPicPr>
        <p:blipFill rotWithShape="1">
          <a:blip r:embed="rId4">
            <a:alphaModFix/>
          </a:blip>
          <a:srcRect b="0" l="505" r="505" t="0"/>
          <a:stretch/>
        </p:blipFill>
        <p:spPr>
          <a:xfrm>
            <a:off x="110100" y="563175"/>
            <a:ext cx="967425" cy="132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7">
            <a:hlinkClick action="ppaction://hlinksldjump"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13875" y="46621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7"/>
          <p:cNvSpPr/>
          <p:nvPr/>
        </p:nvSpPr>
        <p:spPr>
          <a:xfrm>
            <a:off x="4021950" y="-176275"/>
            <a:ext cx="1348500" cy="12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7"/>
          <p:cNvSpPr txBox="1"/>
          <p:nvPr/>
        </p:nvSpPr>
        <p:spPr>
          <a:xfrm>
            <a:off x="1155800" y="692275"/>
            <a:ext cx="26487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omic Relief"/>
                <a:ea typeface="Comic Relief"/>
                <a:cs typeface="Comic Relief"/>
                <a:sym typeface="Comic Relief"/>
              </a:rPr>
              <a:t>Happy Poagy conversation</a:t>
            </a:r>
            <a:r>
              <a:rPr lang="en" sz="1600">
                <a:solidFill>
                  <a:schemeClr val="lt1"/>
                </a:solidFill>
                <a:latin typeface="Comic Relief"/>
                <a:ea typeface="Comic Relief"/>
                <a:cs typeface="Comic Relief"/>
                <a:sym typeface="Comic Relief"/>
              </a:rPr>
              <a:t> </a:t>
            </a:r>
            <a:endParaRPr sz="1600">
              <a:solidFill>
                <a:schemeClr val="lt1"/>
              </a:solidFill>
              <a:latin typeface="Comic Relief"/>
              <a:ea typeface="Comic Relief"/>
              <a:cs typeface="Comic Relief"/>
              <a:sym typeface="Comic Relief"/>
            </a:endParaRPr>
          </a:p>
        </p:txBody>
      </p:sp>
      <p:sp>
        <p:nvSpPr>
          <p:cNvPr id="139" name="Google Shape;139;p27"/>
          <p:cNvSpPr txBox="1"/>
          <p:nvPr/>
        </p:nvSpPr>
        <p:spPr>
          <a:xfrm>
            <a:off x="1155800" y="1276200"/>
            <a:ext cx="1800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1.0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Last updated: Oct 6th, 2026</a:t>
            </a:r>
            <a:endParaRPr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Added to catalog: Oct 6th, 2026</a:t>
            </a:r>
            <a:endParaRPr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27"/>
          <p:cNvSpPr/>
          <p:nvPr/>
        </p:nvSpPr>
        <p:spPr>
          <a:xfrm>
            <a:off x="5452200" y="350400"/>
            <a:ext cx="3678300" cy="59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Happy Poagy conversation</a:t>
            </a:r>
            <a:endParaRPr sz="1200"/>
          </a:p>
        </p:txBody>
      </p:sp>
      <p:sp>
        <p:nvSpPr>
          <p:cNvPr id="141" name="Google Shape;141;p27">
            <a:hlinkClick action="ppaction://hlinksldjump" r:id="rId9"/>
          </p:cNvPr>
          <p:cNvSpPr/>
          <p:nvPr/>
        </p:nvSpPr>
        <p:spPr>
          <a:xfrm>
            <a:off x="7157825" y="948000"/>
            <a:ext cx="3678300" cy="597600"/>
          </a:xfrm>
          <a:prstGeom prst="rect">
            <a:avLst/>
          </a:prstGeom>
          <a:gradFill>
            <a:gsLst>
              <a:gs pos="0">
                <a:srgbClr val="D5A6BD"/>
              </a:gs>
              <a:gs pos="100000">
                <a:srgbClr val="E06666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</a:t>
            </a:r>
            <a:r>
              <a:rPr lang="en" sz="1200"/>
              <a:t>ltra realistic poagy getting lost simulator</a:t>
            </a:r>
            <a:endParaRPr sz="1200"/>
          </a:p>
        </p:txBody>
      </p:sp>
      <p:sp>
        <p:nvSpPr>
          <p:cNvPr id="142" name="Google Shape;142;p27">
            <a:hlinkClick action="ppaction://hlinksldjump" r:id="rId10"/>
          </p:cNvPr>
          <p:cNvSpPr/>
          <p:nvPr/>
        </p:nvSpPr>
        <p:spPr>
          <a:xfrm>
            <a:off x="-950" y="4793175"/>
            <a:ext cx="967500" cy="3504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Back</a:t>
            </a:r>
            <a:endParaRPr sz="1000"/>
          </a:p>
        </p:txBody>
      </p:sp>
      <p:sp>
        <p:nvSpPr>
          <p:cNvPr id="143" name="Google Shape;143;p27">
            <a:hlinkClick action="ppaction://hlinksldjump" r:id="rId11"/>
          </p:cNvPr>
          <p:cNvSpPr/>
          <p:nvPr/>
        </p:nvSpPr>
        <p:spPr>
          <a:xfrm>
            <a:off x="151925" y="1960350"/>
            <a:ext cx="1117500" cy="2031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News</a:t>
            </a:r>
            <a:endParaRPr sz="1000"/>
          </a:p>
        </p:txBody>
      </p:sp>
      <p:sp>
        <p:nvSpPr>
          <p:cNvPr id="144" name="Google Shape;144;p27"/>
          <p:cNvSpPr/>
          <p:nvPr/>
        </p:nvSpPr>
        <p:spPr>
          <a:xfrm>
            <a:off x="1269425" y="1960350"/>
            <a:ext cx="1117500" cy="2031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Badges</a:t>
            </a:r>
            <a:endParaRPr sz="1000"/>
          </a:p>
        </p:txBody>
      </p:sp>
      <p:sp>
        <p:nvSpPr>
          <p:cNvPr id="145" name="Google Shape;145;p27"/>
          <p:cNvSpPr/>
          <p:nvPr/>
        </p:nvSpPr>
        <p:spPr>
          <a:xfrm>
            <a:off x="151925" y="2163438"/>
            <a:ext cx="3084900" cy="2231700"/>
          </a:xfrm>
          <a:prstGeom prst="rect">
            <a:avLst/>
          </a:prstGeom>
          <a:solidFill>
            <a:srgbClr val="666666">
              <a:alpha val="6471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0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No badges.</a:t>
            </a:r>
            <a:endParaRPr sz="10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" name="Google Shape;146;p27">
            <a:hlinkClick action="ppaction://hlinksldjump" r:id="rId12"/>
          </p:cNvPr>
          <p:cNvSpPr/>
          <p:nvPr/>
        </p:nvSpPr>
        <p:spPr>
          <a:xfrm>
            <a:off x="7795575" y="4587225"/>
            <a:ext cx="1348500" cy="5562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9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/>
          <p:nvPr/>
        </p:nvSpPr>
        <p:spPr>
          <a:xfrm>
            <a:off x="13500" y="0"/>
            <a:ext cx="9117000" cy="350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5A6BD"/>
              </a:gs>
              <a:gs pos="100000">
                <a:srgbClr val="E06666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      Game selection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28" title="littlepoagy-nobg.png">
            <a:hlinkClick action="ppaction://hlinksldjump" r:id="rId3"/>
          </p:cNvPr>
          <p:cNvPicPr preferRelativeResize="0"/>
          <p:nvPr/>
        </p:nvPicPr>
        <p:blipFill rotWithShape="1">
          <a:blip r:embed="rId4">
            <a:alphaModFix/>
          </a:blip>
          <a:srcRect b="26438" l="0" r="0" t="0"/>
          <a:stretch/>
        </p:blipFill>
        <p:spPr>
          <a:xfrm>
            <a:off x="0" y="0"/>
            <a:ext cx="350400" cy="35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8">
            <a:hlinkClick action="ppaction://hlinksldjump"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40525" y="46613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8" title="littlepoagy-nobg.png"/>
          <p:cNvPicPr preferRelativeResize="0"/>
          <p:nvPr/>
        </p:nvPicPr>
        <p:blipFill rotWithShape="1">
          <a:blip r:embed="rId4">
            <a:alphaModFix/>
          </a:blip>
          <a:srcRect b="0" l="505" r="505" t="0"/>
          <a:stretch/>
        </p:blipFill>
        <p:spPr>
          <a:xfrm>
            <a:off x="110100" y="563175"/>
            <a:ext cx="967425" cy="132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8">
            <a:hlinkClick action="ppaction://hlinksldjump"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13875" y="46621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8"/>
          <p:cNvSpPr/>
          <p:nvPr/>
        </p:nvSpPr>
        <p:spPr>
          <a:xfrm>
            <a:off x="4021950" y="-176275"/>
            <a:ext cx="1348500" cy="12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8"/>
          <p:cNvSpPr txBox="1"/>
          <p:nvPr/>
        </p:nvSpPr>
        <p:spPr>
          <a:xfrm>
            <a:off x="1155800" y="692275"/>
            <a:ext cx="26487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omic Relief"/>
                <a:ea typeface="Comic Relief"/>
                <a:cs typeface="Comic Relief"/>
                <a:sym typeface="Comic Relief"/>
              </a:rPr>
              <a:t>u</a:t>
            </a:r>
            <a:r>
              <a:rPr lang="en" sz="1600">
                <a:solidFill>
                  <a:schemeClr val="lt1"/>
                </a:solidFill>
                <a:latin typeface="Comic Relief"/>
                <a:ea typeface="Comic Relief"/>
                <a:cs typeface="Comic Relief"/>
                <a:sym typeface="Comic Relief"/>
              </a:rPr>
              <a:t>ltra realistic poagy getting lost simulator</a:t>
            </a:r>
            <a:endParaRPr sz="1600">
              <a:solidFill>
                <a:schemeClr val="lt1"/>
              </a:solidFill>
              <a:latin typeface="Comic Relief"/>
              <a:ea typeface="Comic Relief"/>
              <a:cs typeface="Comic Relief"/>
              <a:sym typeface="Comic Relief"/>
            </a:endParaRPr>
          </a:p>
        </p:txBody>
      </p:sp>
      <p:sp>
        <p:nvSpPr>
          <p:cNvPr id="158" name="Google Shape;158;p28"/>
          <p:cNvSpPr txBox="1"/>
          <p:nvPr/>
        </p:nvSpPr>
        <p:spPr>
          <a:xfrm>
            <a:off x="1155800" y="1276200"/>
            <a:ext cx="1800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v1.5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Last updated: Jan 11th, 2026</a:t>
            </a:r>
            <a:endParaRPr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Added to catalog: Oct 7th, 2026</a:t>
            </a:r>
            <a:endParaRPr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" name="Google Shape;159;p28">
            <a:hlinkClick action="ppaction://hlinksldjump" r:id="rId9"/>
          </p:cNvPr>
          <p:cNvSpPr/>
          <p:nvPr/>
        </p:nvSpPr>
        <p:spPr>
          <a:xfrm>
            <a:off x="7213875" y="350400"/>
            <a:ext cx="3678300" cy="59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Happy Poagy conversation</a:t>
            </a:r>
            <a:endParaRPr sz="1200"/>
          </a:p>
        </p:txBody>
      </p:sp>
      <p:sp>
        <p:nvSpPr>
          <p:cNvPr id="160" name="Google Shape;160;p28"/>
          <p:cNvSpPr/>
          <p:nvPr/>
        </p:nvSpPr>
        <p:spPr>
          <a:xfrm>
            <a:off x="5452200" y="948000"/>
            <a:ext cx="3678300" cy="597600"/>
          </a:xfrm>
          <a:prstGeom prst="rect">
            <a:avLst/>
          </a:prstGeom>
          <a:gradFill>
            <a:gsLst>
              <a:gs pos="0">
                <a:srgbClr val="D5A6BD"/>
              </a:gs>
              <a:gs pos="100000">
                <a:srgbClr val="E06666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ultra realistic poagy getting lost simulator</a:t>
            </a:r>
            <a:endParaRPr sz="1200"/>
          </a:p>
        </p:txBody>
      </p:sp>
      <p:sp>
        <p:nvSpPr>
          <p:cNvPr id="161" name="Google Shape;161;p28">
            <a:hlinkClick action="ppaction://hlinksldjump" r:id="rId10"/>
          </p:cNvPr>
          <p:cNvSpPr/>
          <p:nvPr/>
        </p:nvSpPr>
        <p:spPr>
          <a:xfrm>
            <a:off x="-950" y="4793175"/>
            <a:ext cx="967500" cy="3504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Back</a:t>
            </a:r>
            <a:endParaRPr sz="1000"/>
          </a:p>
        </p:txBody>
      </p:sp>
      <p:sp>
        <p:nvSpPr>
          <p:cNvPr id="162" name="Google Shape;162;p28">
            <a:hlinkClick action="ppaction://hlinksldjump" r:id="rId11"/>
          </p:cNvPr>
          <p:cNvSpPr/>
          <p:nvPr/>
        </p:nvSpPr>
        <p:spPr>
          <a:xfrm>
            <a:off x="7795575" y="4587225"/>
            <a:ext cx="1348500" cy="5562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</a:t>
            </a:r>
            <a:endParaRPr/>
          </a:p>
        </p:txBody>
      </p:sp>
      <p:sp>
        <p:nvSpPr>
          <p:cNvPr id="163" name="Google Shape;163;p28"/>
          <p:cNvSpPr/>
          <p:nvPr/>
        </p:nvSpPr>
        <p:spPr>
          <a:xfrm>
            <a:off x="151925" y="1960350"/>
            <a:ext cx="1117500" cy="2031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News</a:t>
            </a:r>
            <a:endParaRPr sz="1000"/>
          </a:p>
        </p:txBody>
      </p:sp>
      <p:sp>
        <p:nvSpPr>
          <p:cNvPr id="164" name="Google Shape;164;p28">
            <a:hlinkClick action="ppaction://hlinksldjump" r:id="rId12"/>
          </p:cNvPr>
          <p:cNvSpPr/>
          <p:nvPr/>
        </p:nvSpPr>
        <p:spPr>
          <a:xfrm>
            <a:off x="1269425" y="1960350"/>
            <a:ext cx="1117500" cy="2031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Badges</a:t>
            </a:r>
            <a:endParaRPr sz="1000"/>
          </a:p>
        </p:txBody>
      </p:sp>
      <p:sp>
        <p:nvSpPr>
          <p:cNvPr id="165" name="Google Shape;165;p28"/>
          <p:cNvSpPr/>
          <p:nvPr/>
        </p:nvSpPr>
        <p:spPr>
          <a:xfrm>
            <a:off x="151925" y="2163438"/>
            <a:ext cx="3084900" cy="2231700"/>
          </a:xfrm>
          <a:prstGeom prst="rect">
            <a:avLst/>
          </a:prstGeom>
          <a:solidFill>
            <a:srgbClr val="666666">
              <a:alpha val="6471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0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No news.</a:t>
            </a:r>
            <a:endParaRPr sz="10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/>
          <p:nvPr/>
        </p:nvSpPr>
        <p:spPr>
          <a:xfrm>
            <a:off x="13500" y="0"/>
            <a:ext cx="9117000" cy="350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5A6BD"/>
              </a:gs>
              <a:gs pos="100000">
                <a:srgbClr val="E06666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      Game selection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29" title="littlepoagy-nobg.png">
            <a:hlinkClick action="ppaction://hlinksldjump" r:id="rId3"/>
          </p:cNvPr>
          <p:cNvPicPr preferRelativeResize="0"/>
          <p:nvPr/>
        </p:nvPicPr>
        <p:blipFill rotWithShape="1">
          <a:blip r:embed="rId4">
            <a:alphaModFix/>
          </a:blip>
          <a:srcRect b="26438" l="0" r="0" t="0"/>
          <a:stretch/>
        </p:blipFill>
        <p:spPr>
          <a:xfrm>
            <a:off x="0" y="0"/>
            <a:ext cx="350400" cy="35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9">
            <a:hlinkClick action="ppaction://hlinksldjump"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40525" y="46613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9" title="littlepoagy-nobg.png"/>
          <p:cNvPicPr preferRelativeResize="0"/>
          <p:nvPr/>
        </p:nvPicPr>
        <p:blipFill rotWithShape="1">
          <a:blip r:embed="rId4">
            <a:alphaModFix/>
          </a:blip>
          <a:srcRect b="0" l="505" r="505" t="0"/>
          <a:stretch/>
        </p:blipFill>
        <p:spPr>
          <a:xfrm>
            <a:off x="110100" y="563175"/>
            <a:ext cx="967425" cy="132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9">
            <a:hlinkClick action="ppaction://hlinksldjump"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13875" y="46621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9"/>
          <p:cNvSpPr/>
          <p:nvPr/>
        </p:nvSpPr>
        <p:spPr>
          <a:xfrm>
            <a:off x="4021950" y="-176275"/>
            <a:ext cx="1348500" cy="12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9"/>
          <p:cNvSpPr txBox="1"/>
          <p:nvPr/>
        </p:nvSpPr>
        <p:spPr>
          <a:xfrm>
            <a:off x="1155800" y="692275"/>
            <a:ext cx="26487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omic Relief"/>
                <a:ea typeface="Comic Relief"/>
                <a:cs typeface="Comic Relief"/>
                <a:sym typeface="Comic Relief"/>
              </a:rPr>
              <a:t>ultra realistic poagy getting lost simulator</a:t>
            </a:r>
            <a:endParaRPr sz="1600">
              <a:solidFill>
                <a:schemeClr val="lt1"/>
              </a:solidFill>
              <a:latin typeface="Comic Relief"/>
              <a:ea typeface="Comic Relief"/>
              <a:cs typeface="Comic Relief"/>
              <a:sym typeface="Comic Relief"/>
            </a:endParaRPr>
          </a:p>
        </p:txBody>
      </p:sp>
      <p:sp>
        <p:nvSpPr>
          <p:cNvPr id="177" name="Google Shape;177;p29"/>
          <p:cNvSpPr txBox="1"/>
          <p:nvPr/>
        </p:nvSpPr>
        <p:spPr>
          <a:xfrm>
            <a:off x="1155800" y="1276200"/>
            <a:ext cx="1800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v1.5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Last updated: Jan 11th, 2026</a:t>
            </a:r>
            <a:endParaRPr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Added to catalog: Oct 7th, 2026</a:t>
            </a:r>
            <a:endParaRPr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" name="Google Shape;178;p29">
            <a:hlinkClick action="ppaction://hlinksldjump" r:id="rId9"/>
          </p:cNvPr>
          <p:cNvSpPr/>
          <p:nvPr/>
        </p:nvSpPr>
        <p:spPr>
          <a:xfrm>
            <a:off x="-950" y="4793175"/>
            <a:ext cx="967500" cy="3504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Back</a:t>
            </a:r>
            <a:endParaRPr sz="1000"/>
          </a:p>
        </p:txBody>
      </p:sp>
      <p:sp>
        <p:nvSpPr>
          <p:cNvPr id="179" name="Google Shape;179;p29">
            <a:hlinkClick action="ppaction://hlinksldjump" r:id="rId10"/>
          </p:cNvPr>
          <p:cNvSpPr/>
          <p:nvPr/>
        </p:nvSpPr>
        <p:spPr>
          <a:xfrm>
            <a:off x="7795575" y="4587225"/>
            <a:ext cx="1348500" cy="5562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</a:t>
            </a:r>
            <a:endParaRPr/>
          </a:p>
        </p:txBody>
      </p:sp>
      <p:sp>
        <p:nvSpPr>
          <p:cNvPr id="180" name="Google Shape;180;p29">
            <a:hlinkClick action="ppaction://hlinksldjump" r:id="rId11"/>
          </p:cNvPr>
          <p:cNvSpPr/>
          <p:nvPr/>
        </p:nvSpPr>
        <p:spPr>
          <a:xfrm>
            <a:off x="151925" y="1960350"/>
            <a:ext cx="1117500" cy="2031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News</a:t>
            </a:r>
            <a:endParaRPr sz="1000"/>
          </a:p>
        </p:txBody>
      </p:sp>
      <p:sp>
        <p:nvSpPr>
          <p:cNvPr id="181" name="Google Shape;181;p29"/>
          <p:cNvSpPr/>
          <p:nvPr/>
        </p:nvSpPr>
        <p:spPr>
          <a:xfrm>
            <a:off x="1269425" y="1960350"/>
            <a:ext cx="1117500" cy="2031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Badges</a:t>
            </a:r>
            <a:endParaRPr sz="1000"/>
          </a:p>
        </p:txBody>
      </p:sp>
      <p:sp>
        <p:nvSpPr>
          <p:cNvPr id="182" name="Google Shape;182;p29"/>
          <p:cNvSpPr/>
          <p:nvPr/>
        </p:nvSpPr>
        <p:spPr>
          <a:xfrm>
            <a:off x="151925" y="2163438"/>
            <a:ext cx="3084900" cy="2231700"/>
          </a:xfrm>
          <a:prstGeom prst="rect">
            <a:avLst/>
          </a:prstGeom>
          <a:solidFill>
            <a:srgbClr val="666666">
              <a:alpha val="6471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0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No badges.</a:t>
            </a:r>
            <a:endParaRPr sz="10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" name="Google Shape;183;p29">
            <a:hlinkClick action="ppaction://hlinksldjump" r:id="rId12"/>
          </p:cNvPr>
          <p:cNvSpPr/>
          <p:nvPr/>
        </p:nvSpPr>
        <p:spPr>
          <a:xfrm>
            <a:off x="7213875" y="350400"/>
            <a:ext cx="3678300" cy="59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Happy Poagy conversation</a:t>
            </a:r>
            <a:endParaRPr sz="1200"/>
          </a:p>
        </p:txBody>
      </p:sp>
      <p:sp>
        <p:nvSpPr>
          <p:cNvPr id="184" name="Google Shape;184;p29"/>
          <p:cNvSpPr/>
          <p:nvPr/>
        </p:nvSpPr>
        <p:spPr>
          <a:xfrm>
            <a:off x="5452200" y="948000"/>
            <a:ext cx="3678300" cy="597600"/>
          </a:xfrm>
          <a:prstGeom prst="rect">
            <a:avLst/>
          </a:prstGeom>
          <a:gradFill>
            <a:gsLst>
              <a:gs pos="0">
                <a:srgbClr val="D5A6BD"/>
              </a:gs>
              <a:gs pos="100000">
                <a:srgbClr val="E06666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ultra realistic poagy getting lost simulator</a:t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/>
          <p:nvPr/>
        </p:nvSpPr>
        <p:spPr>
          <a:xfrm>
            <a:off x="13500" y="0"/>
            <a:ext cx="9117000" cy="350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5A6BD"/>
              </a:gs>
              <a:gs pos="100000">
                <a:srgbClr val="E06666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      </a:t>
            </a:r>
            <a:r>
              <a:rPr lang="en">
                <a:solidFill>
                  <a:schemeClr val="dk1"/>
                </a:solidFill>
              </a:rPr>
              <a:t>poagy.gs Home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30">
            <a:hlinkClick action="ppaction://hlinksldjump"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0525" y="46613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0" title="littlepoagy-excited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5700" y="1182000"/>
            <a:ext cx="2024025" cy="27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0"/>
          <p:cNvSpPr/>
          <p:nvPr/>
        </p:nvSpPr>
        <p:spPr>
          <a:xfrm>
            <a:off x="2245500" y="-27000"/>
            <a:ext cx="4626000" cy="51975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omic Relief"/>
                <a:ea typeface="Comic Relief"/>
                <a:cs typeface="Comic Relief"/>
                <a:sym typeface="Comic Relief"/>
              </a:rPr>
              <a:t>The news page isn’t finished yet.</a:t>
            </a:r>
            <a:endParaRPr sz="1600">
              <a:solidFill>
                <a:schemeClr val="lt1"/>
              </a:solidFill>
              <a:latin typeface="Comic Relief"/>
              <a:ea typeface="Comic Relief"/>
              <a:cs typeface="Comic Relief"/>
              <a:sym typeface="Comic Relie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omic Relief"/>
                <a:ea typeface="Comic Relief"/>
                <a:cs typeface="Comic Relief"/>
                <a:sym typeface="Comic Relief"/>
              </a:rPr>
              <a:t>In the meantime, check out our </a:t>
            </a:r>
            <a:r>
              <a:rPr lang="en" sz="1200" u="sng">
                <a:solidFill>
                  <a:schemeClr val="hlink"/>
                </a:solidFill>
                <a:latin typeface="Comic Relief"/>
                <a:ea typeface="Comic Relief"/>
                <a:cs typeface="Comic Relief"/>
                <a:sym typeface="Comic Relief"/>
                <a:hlinkClick r:id="rId6"/>
              </a:rPr>
              <a:t>blog</a:t>
            </a:r>
            <a:r>
              <a:rPr lang="en" sz="1200">
                <a:solidFill>
                  <a:schemeClr val="lt1"/>
                </a:solidFill>
                <a:latin typeface="Comic Relief"/>
                <a:ea typeface="Comic Relief"/>
                <a:cs typeface="Comic Relief"/>
                <a:sym typeface="Comic Relief"/>
              </a:rPr>
              <a:t>!</a:t>
            </a:r>
            <a:endParaRPr sz="1200">
              <a:solidFill>
                <a:schemeClr val="lt1"/>
              </a:solidFill>
              <a:latin typeface="Comic Relief"/>
              <a:ea typeface="Comic Relief"/>
              <a:cs typeface="Comic Relief"/>
              <a:sym typeface="Comic Relie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omic Relief"/>
              <a:ea typeface="Comic Relief"/>
              <a:cs typeface="Comic Relief"/>
              <a:sym typeface="Comic Relie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mic Relief"/>
              <a:ea typeface="Comic Relief"/>
              <a:cs typeface="Comic Relief"/>
              <a:sym typeface="Comic Relief"/>
            </a:endParaRPr>
          </a:p>
        </p:txBody>
      </p:sp>
      <p:sp>
        <p:nvSpPr>
          <p:cNvPr id="193" name="Google Shape;193;p30">
            <a:hlinkClick action="ppaction://hlinksldjump" r:id="rId7"/>
          </p:cNvPr>
          <p:cNvSpPr/>
          <p:nvPr/>
        </p:nvSpPr>
        <p:spPr>
          <a:xfrm>
            <a:off x="2247375" y="216250"/>
            <a:ext cx="4626000" cy="4710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News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pic>
        <p:nvPicPr>
          <p:cNvPr id="194" name="Google Shape;194;p30" title="littlepoagy-nobg.png"/>
          <p:cNvPicPr preferRelativeResize="0"/>
          <p:nvPr/>
        </p:nvPicPr>
        <p:blipFill rotWithShape="1">
          <a:blip r:embed="rId8">
            <a:alphaModFix/>
          </a:blip>
          <a:srcRect b="26438" l="0" r="0" t="0"/>
          <a:stretch/>
        </p:blipFill>
        <p:spPr>
          <a:xfrm>
            <a:off x="0" y="0"/>
            <a:ext cx="350400" cy="35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0">
            <a:hlinkClick action="ppaction://hlinksldjump"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213875" y="46621"/>
            <a:ext cx="25717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/>
          <p:nvPr/>
        </p:nvSpPr>
        <p:spPr>
          <a:xfrm>
            <a:off x="13500" y="0"/>
            <a:ext cx="9117000" cy="350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5A6BD"/>
              </a:gs>
              <a:gs pos="100000">
                <a:srgbClr val="E06666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      </a:t>
            </a:r>
            <a:r>
              <a:rPr lang="en">
                <a:solidFill>
                  <a:schemeClr val="dk1"/>
                </a:solidFill>
              </a:rPr>
              <a:t>poagy.gs Home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31">
            <a:hlinkClick action="ppaction://hlinksldjump"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0525" y="46613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1" title="littlepoagy-excited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5700" y="1182000"/>
            <a:ext cx="2024025" cy="27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1"/>
          <p:cNvSpPr/>
          <p:nvPr/>
        </p:nvSpPr>
        <p:spPr>
          <a:xfrm>
            <a:off x="2245500" y="-27000"/>
            <a:ext cx="4626000" cy="51975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omic Relief"/>
                <a:ea typeface="Comic Relief"/>
                <a:cs typeface="Comic Relief"/>
                <a:sym typeface="Comic Relief"/>
              </a:rPr>
              <a:t>20261013.0</a:t>
            </a:r>
            <a:endParaRPr sz="1600">
              <a:solidFill>
                <a:schemeClr val="lt1"/>
              </a:solidFill>
              <a:latin typeface="Comic Relief"/>
              <a:ea typeface="Comic Relief"/>
              <a:cs typeface="Comic Relief"/>
              <a:sym typeface="Comic Relie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omic Relief"/>
                <a:ea typeface="Comic Relief"/>
                <a:cs typeface="Comic Relief"/>
                <a:sym typeface="Comic Relief"/>
              </a:rPr>
              <a:t>13</a:t>
            </a:r>
            <a:r>
              <a:rPr lang="en" sz="1200">
                <a:solidFill>
                  <a:schemeClr val="lt1"/>
                </a:solidFill>
                <a:latin typeface="Comic Relief"/>
                <a:ea typeface="Comic Relief"/>
                <a:cs typeface="Comic Relief"/>
                <a:sym typeface="Comic Relief"/>
              </a:rPr>
              <a:t>th October 2026</a:t>
            </a:r>
            <a:endParaRPr sz="1200">
              <a:solidFill>
                <a:schemeClr val="lt1"/>
              </a:solidFill>
              <a:latin typeface="Comic Relief"/>
              <a:ea typeface="Comic Relief"/>
              <a:cs typeface="Comic Relief"/>
              <a:sym typeface="Comic Relie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omic Relief"/>
              <a:ea typeface="Comic Relief"/>
              <a:cs typeface="Comic Relief"/>
              <a:sym typeface="Comic Relie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omic Relief"/>
                <a:ea typeface="Comic Relief"/>
                <a:cs typeface="Comic Relief"/>
                <a:sym typeface="Comic Relief"/>
              </a:rPr>
              <a:t>Ports some conversations from poagy.gs classic.</a:t>
            </a:r>
            <a:endParaRPr sz="1000">
              <a:solidFill>
                <a:schemeClr val="lt1"/>
              </a:solidFill>
              <a:latin typeface="Comic Relief"/>
              <a:ea typeface="Comic Relief"/>
              <a:cs typeface="Comic Relief"/>
              <a:sym typeface="Comic Relie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mic Relief"/>
              <a:ea typeface="Comic Relief"/>
              <a:cs typeface="Comic Relief"/>
              <a:sym typeface="Comic Relie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Comic Relief"/>
                <a:ea typeface="Comic Relief"/>
                <a:cs typeface="Comic Relief"/>
                <a:sym typeface="Comic Relief"/>
              </a:rPr>
              <a:t>Previous update (20261012.1):</a:t>
            </a:r>
            <a:endParaRPr sz="1000">
              <a:solidFill>
                <a:srgbClr val="999999"/>
              </a:solidFill>
              <a:latin typeface="Comic Relief"/>
              <a:ea typeface="Comic Relief"/>
              <a:cs typeface="Comic Relief"/>
              <a:sym typeface="Comic Relie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99999"/>
                </a:solidFill>
                <a:latin typeface="Comic Relief"/>
                <a:ea typeface="Comic Relief"/>
                <a:cs typeface="Comic Relief"/>
                <a:sym typeface="Comic Relief"/>
              </a:rPr>
              <a:t>Fixes some UI alignment issues.</a:t>
            </a:r>
            <a:endParaRPr sz="1000">
              <a:solidFill>
                <a:srgbClr val="999999"/>
              </a:solidFill>
              <a:latin typeface="Comic Relief"/>
              <a:ea typeface="Comic Relief"/>
              <a:cs typeface="Comic Relief"/>
              <a:sym typeface="Comic Relief"/>
            </a:endParaRPr>
          </a:p>
        </p:txBody>
      </p:sp>
      <p:sp>
        <p:nvSpPr>
          <p:cNvPr id="204" name="Google Shape;204;p31">
            <a:hlinkClick action="ppaction://hlinksldjump" r:id="rId6"/>
          </p:cNvPr>
          <p:cNvSpPr/>
          <p:nvPr/>
        </p:nvSpPr>
        <p:spPr>
          <a:xfrm>
            <a:off x="2247375" y="216250"/>
            <a:ext cx="4626000" cy="4710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Changelog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205" name="Google Shape;205;p31"/>
          <p:cNvSpPr/>
          <p:nvPr/>
        </p:nvSpPr>
        <p:spPr>
          <a:xfrm>
            <a:off x="2245500" y="687250"/>
            <a:ext cx="2313000" cy="2571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Rolling</a:t>
            </a:r>
            <a:endParaRPr sz="800"/>
          </a:p>
        </p:txBody>
      </p:sp>
      <p:sp>
        <p:nvSpPr>
          <p:cNvPr id="206" name="Google Shape;206;p31">
            <a:hlinkClick action="ppaction://hlinksldjump" r:id="rId7"/>
          </p:cNvPr>
          <p:cNvSpPr/>
          <p:nvPr/>
        </p:nvSpPr>
        <p:spPr>
          <a:xfrm>
            <a:off x="4558500" y="687250"/>
            <a:ext cx="2313000" cy="2571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Dev Release</a:t>
            </a:r>
            <a:endParaRPr sz="800"/>
          </a:p>
        </p:txBody>
      </p:sp>
      <p:pic>
        <p:nvPicPr>
          <p:cNvPr id="207" name="Google Shape;207;p31" title="littlepoagy-nobg.png"/>
          <p:cNvPicPr preferRelativeResize="0"/>
          <p:nvPr/>
        </p:nvPicPr>
        <p:blipFill rotWithShape="1">
          <a:blip r:embed="rId8">
            <a:alphaModFix/>
          </a:blip>
          <a:srcRect b="26438" l="0" r="0" t="0"/>
          <a:stretch/>
        </p:blipFill>
        <p:spPr>
          <a:xfrm>
            <a:off x="0" y="0"/>
            <a:ext cx="350400" cy="35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1">
            <a:hlinkClick action="ppaction://hlinksldjump"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213875" y="46621"/>
            <a:ext cx="25717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/>
          <p:nvPr/>
        </p:nvSpPr>
        <p:spPr>
          <a:xfrm>
            <a:off x="13500" y="0"/>
            <a:ext cx="9117000" cy="350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5A6BD"/>
              </a:gs>
              <a:gs pos="100000">
                <a:srgbClr val="E06666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      </a:t>
            </a:r>
            <a:r>
              <a:rPr lang="en">
                <a:solidFill>
                  <a:schemeClr val="dk1"/>
                </a:solidFill>
              </a:rPr>
              <a:t>poagy.gs Home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32">
            <a:hlinkClick action="ppaction://hlinksldjump"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0525" y="46613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2" title="littlepoagy-excited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5700" y="1182000"/>
            <a:ext cx="2024025" cy="27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2"/>
          <p:cNvSpPr/>
          <p:nvPr/>
        </p:nvSpPr>
        <p:spPr>
          <a:xfrm>
            <a:off x="2245500" y="-27000"/>
            <a:ext cx="4626000" cy="51975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omic Relief"/>
                <a:ea typeface="Comic Relief"/>
                <a:cs typeface="Comic Relief"/>
                <a:sym typeface="Comic Relief"/>
              </a:rPr>
              <a:t>No data.</a:t>
            </a:r>
            <a:endParaRPr sz="1600">
              <a:solidFill>
                <a:schemeClr val="lt1"/>
              </a:solidFill>
              <a:latin typeface="Comic Relief"/>
              <a:ea typeface="Comic Relief"/>
              <a:cs typeface="Comic Relief"/>
              <a:sym typeface="Comic Relie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omic Relief"/>
              <a:ea typeface="Comic Relief"/>
              <a:cs typeface="Comic Relief"/>
              <a:sym typeface="Comic Relie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omic Relief"/>
              <a:ea typeface="Comic Relief"/>
              <a:cs typeface="Comic Relief"/>
              <a:sym typeface="Comic Relie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mic Relief"/>
              <a:ea typeface="Comic Relief"/>
              <a:cs typeface="Comic Relief"/>
              <a:sym typeface="Comic Relief"/>
            </a:endParaRPr>
          </a:p>
        </p:txBody>
      </p:sp>
      <p:sp>
        <p:nvSpPr>
          <p:cNvPr id="217" name="Google Shape;217;p32">
            <a:hlinkClick action="ppaction://hlinksldjump" r:id="rId6"/>
          </p:cNvPr>
          <p:cNvSpPr/>
          <p:nvPr/>
        </p:nvSpPr>
        <p:spPr>
          <a:xfrm>
            <a:off x="2247375" y="216250"/>
            <a:ext cx="4626000" cy="4710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Changelog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218" name="Google Shape;218;p32">
            <a:hlinkClick action="ppaction://hlinksldjump" r:id="rId7"/>
          </p:cNvPr>
          <p:cNvSpPr/>
          <p:nvPr/>
        </p:nvSpPr>
        <p:spPr>
          <a:xfrm>
            <a:off x="2245500" y="687250"/>
            <a:ext cx="2313000" cy="2571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Rolling</a:t>
            </a:r>
            <a:endParaRPr sz="800"/>
          </a:p>
        </p:txBody>
      </p:sp>
      <p:sp>
        <p:nvSpPr>
          <p:cNvPr id="219" name="Google Shape;219;p32"/>
          <p:cNvSpPr/>
          <p:nvPr/>
        </p:nvSpPr>
        <p:spPr>
          <a:xfrm>
            <a:off x="4558500" y="687250"/>
            <a:ext cx="2313000" cy="2571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A63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Dev Release</a:t>
            </a:r>
            <a:endParaRPr sz="800"/>
          </a:p>
        </p:txBody>
      </p:sp>
      <p:pic>
        <p:nvPicPr>
          <p:cNvPr id="220" name="Google Shape;220;p32" title="littlepoagy-nobg.png"/>
          <p:cNvPicPr preferRelativeResize="0"/>
          <p:nvPr/>
        </p:nvPicPr>
        <p:blipFill rotWithShape="1">
          <a:blip r:embed="rId8">
            <a:alphaModFix/>
          </a:blip>
          <a:srcRect b="26438" l="0" r="0" t="0"/>
          <a:stretch/>
        </p:blipFill>
        <p:spPr>
          <a:xfrm>
            <a:off x="0" y="0"/>
            <a:ext cx="350400" cy="35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2">
            <a:hlinkClick action="ppaction://hlinksldjump"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213875" y="46621"/>
            <a:ext cx="25717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/>
          <p:nvPr/>
        </p:nvSpPr>
        <p:spPr>
          <a:xfrm>
            <a:off x="13500" y="0"/>
            <a:ext cx="9117000" cy="350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5A6BD"/>
              </a:gs>
              <a:gs pos="100000">
                <a:srgbClr val="E06666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      </a:t>
            </a:r>
            <a:r>
              <a:rPr lang="en">
                <a:solidFill>
                  <a:schemeClr val="dk1"/>
                </a:solidFill>
              </a:rPr>
              <a:t>poagy.gs Home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0525" y="46613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3" title="littlepoagy-excited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5700" y="1182000"/>
            <a:ext cx="2024025" cy="27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3"/>
          <p:cNvSpPr/>
          <p:nvPr/>
        </p:nvSpPr>
        <p:spPr>
          <a:xfrm>
            <a:off x="13500" y="350400"/>
            <a:ext cx="3032400" cy="4793100"/>
          </a:xfrm>
          <a:prstGeom prst="rect">
            <a:avLst/>
          </a:prstGeom>
          <a:solidFill>
            <a:srgbClr val="666666">
              <a:alpha val="6471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>
                <a:solidFill>
                  <a:srgbClr val="FF00FF"/>
                </a:solidFill>
                <a:latin typeface="Comic Relief"/>
                <a:ea typeface="Comic Relief"/>
                <a:cs typeface="Comic Relief"/>
                <a:sym typeface="Comic Relief"/>
              </a:rPr>
              <a:t>poagy</a:t>
            </a:r>
            <a:r>
              <a:rPr lang="en" sz="1800">
                <a:solidFill>
                  <a:srgbClr val="FF9900"/>
                </a:solidFill>
                <a:latin typeface="Comic Relief"/>
                <a:ea typeface="Comic Relief"/>
                <a:cs typeface="Comic Relief"/>
                <a:sym typeface="Comic Relief"/>
              </a:rPr>
              <a:t>.gs</a:t>
            </a:r>
            <a:r>
              <a:rPr lang="en" sz="1800">
                <a:solidFill>
                  <a:srgbClr val="00FF00"/>
                </a:solidFill>
                <a:latin typeface="Pacifico"/>
                <a:ea typeface="Pacifico"/>
                <a:cs typeface="Pacifico"/>
                <a:sym typeface="Pacifico"/>
              </a:rPr>
              <a:t>+</a:t>
            </a:r>
            <a:endParaRPr sz="1800">
              <a:solidFill>
                <a:srgbClr val="00FF00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 poagy game library.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0" name="Google Shape;230;p33" title="littlepoagy-cool-removebg-preview.png">
            <a:hlinkClick action="ppaction://hlinksldjump" r:id="rId5"/>
          </p:cNvPr>
          <p:cNvPicPr preferRelativeResize="0"/>
          <p:nvPr/>
        </p:nvPicPr>
        <p:blipFill rotWithShape="1">
          <a:blip r:embed="rId6">
            <a:alphaModFix/>
          </a:blip>
          <a:srcRect b="25877" l="0" r="0" t="0"/>
          <a:stretch/>
        </p:blipFill>
        <p:spPr>
          <a:xfrm>
            <a:off x="0" y="0"/>
            <a:ext cx="350400" cy="35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3">
            <a:hlinkClick r:id="rId7"/>
          </p:cNvPr>
          <p:cNvSpPr/>
          <p:nvPr/>
        </p:nvSpPr>
        <p:spPr>
          <a:xfrm>
            <a:off x="38625" y="1143000"/>
            <a:ext cx="2981100" cy="409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Site</a:t>
            </a:r>
            <a:endParaRPr sz="1200"/>
          </a:p>
        </p:txBody>
      </p:sp>
      <p:sp>
        <p:nvSpPr>
          <p:cNvPr id="232" name="Google Shape;232;p33">
            <a:hlinkClick r:id="rId8"/>
          </p:cNvPr>
          <p:cNvSpPr/>
          <p:nvPr/>
        </p:nvSpPr>
        <p:spPr>
          <a:xfrm>
            <a:off x="39150" y="1635200"/>
            <a:ext cx="2981100" cy="409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Learn more about poagy.gs+</a:t>
            </a:r>
            <a:endParaRPr sz="1200"/>
          </a:p>
        </p:txBody>
      </p:sp>
      <p:sp>
        <p:nvSpPr>
          <p:cNvPr id="233" name="Google Shape;233;p33">
            <a:hlinkClick r:id="rId9"/>
          </p:cNvPr>
          <p:cNvSpPr/>
          <p:nvPr/>
        </p:nvSpPr>
        <p:spPr>
          <a:xfrm>
            <a:off x="39150" y="2127400"/>
            <a:ext cx="2981100" cy="409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Try the original poagy.gs</a:t>
            </a:r>
            <a:endParaRPr sz="1200"/>
          </a:p>
        </p:txBody>
      </p:sp>
      <p:sp>
        <p:nvSpPr>
          <p:cNvPr id="234" name="Google Shape;234;p33"/>
          <p:cNvSpPr/>
          <p:nvPr/>
        </p:nvSpPr>
        <p:spPr>
          <a:xfrm>
            <a:off x="4331225" y="2255100"/>
            <a:ext cx="2596200" cy="633300"/>
          </a:xfrm>
          <a:prstGeom prst="roundRect">
            <a:avLst>
              <a:gd fmla="val 12673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</a:t>
            </a:r>
            <a:endParaRPr/>
          </a:p>
        </p:txBody>
      </p:sp>
      <p:pic>
        <p:nvPicPr>
          <p:cNvPr id="235" name="Google Shape;235;p33" title="littlepoagy-cool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6175" y="4101565"/>
            <a:ext cx="257175" cy="346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3" title="littlepoagy-confused-removebg-preview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401113" y="4098464"/>
            <a:ext cx="257175" cy="35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3" title="littlepoagy-happy-removebg-preview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706075" y="4101565"/>
            <a:ext cx="257175" cy="34696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3"/>
          <p:cNvSpPr txBox="1"/>
          <p:nvPr/>
        </p:nvSpPr>
        <p:spPr>
          <a:xfrm>
            <a:off x="1065500" y="4538900"/>
            <a:ext cx="897900" cy="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</a:rPr>
              <a:t>20261013.0-</a:t>
            </a:r>
            <a:r>
              <a:rPr lang="en" sz="600">
                <a:solidFill>
                  <a:srgbClr val="FF0000"/>
                </a:solidFill>
              </a:rPr>
              <a:t>rolling</a:t>
            </a:r>
            <a:endParaRPr sz="600">
              <a:solidFill>
                <a:srgbClr val="FF0000"/>
              </a:solidFill>
            </a:endParaRPr>
          </a:p>
        </p:txBody>
      </p:sp>
      <p:sp>
        <p:nvSpPr>
          <p:cNvPr id="239" name="Google Shape;239;p33"/>
          <p:cNvSpPr txBox="1"/>
          <p:nvPr/>
        </p:nvSpPr>
        <p:spPr>
          <a:xfrm>
            <a:off x="740625" y="4667225"/>
            <a:ext cx="1577100" cy="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Comic Relief"/>
                <a:ea typeface="Comic Relief"/>
                <a:cs typeface="Comic Relief"/>
                <a:sym typeface="Comic Relief"/>
              </a:rPr>
              <a:t>PoweredByPoag 2025-2026</a:t>
            </a:r>
            <a:endParaRPr sz="800">
              <a:solidFill>
                <a:schemeClr val="lt1"/>
              </a:solidFill>
              <a:latin typeface="Comic Relief"/>
              <a:ea typeface="Comic Relief"/>
              <a:cs typeface="Comic Relief"/>
              <a:sym typeface="Comic Relief"/>
            </a:endParaRPr>
          </a:p>
        </p:txBody>
      </p:sp>
      <p:pic>
        <p:nvPicPr>
          <p:cNvPr id="240" name="Google Shape;240;p33">
            <a:hlinkClick action="ppaction://hlinksldjump" r:id="rId12"/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213875" y="46621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3">
            <a:hlinkClick action="ppaction://hlinksldjump" r:id="rId14"/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067175" y="46613"/>
            <a:ext cx="25717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34" title="littlepoagy-happ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4"/>
          <p:cNvSpPr/>
          <p:nvPr/>
        </p:nvSpPr>
        <p:spPr>
          <a:xfrm>
            <a:off x="23625" y="4559600"/>
            <a:ext cx="9120300" cy="5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Happy Poagy: Hi!</a:t>
            </a:r>
            <a:endParaRPr sz="1200"/>
          </a:p>
        </p:txBody>
      </p:sp>
      <p:sp>
        <p:nvSpPr>
          <p:cNvPr id="248" name="Google Shape;248;p34">
            <a:hlinkClick action="ppaction://hlinksldjump" r:id="rId5"/>
          </p:cNvPr>
          <p:cNvSpPr/>
          <p:nvPr/>
        </p:nvSpPr>
        <p:spPr>
          <a:xfrm>
            <a:off x="100825" y="4271875"/>
            <a:ext cx="596400" cy="24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Hi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/>
          <p:nvPr/>
        </p:nvSpPr>
        <p:spPr>
          <a:xfrm>
            <a:off x="23625" y="4559600"/>
            <a:ext cx="9120300" cy="5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Happy Poagy: You know, my name is Poagy!</a:t>
            </a:r>
            <a:endParaRPr sz="1200"/>
          </a:p>
        </p:txBody>
      </p:sp>
      <p:sp>
        <p:nvSpPr>
          <p:cNvPr id="254" name="Google Shape;254;p35">
            <a:hlinkClick action="ppaction://hlinksldjump" r:id="rId4"/>
          </p:cNvPr>
          <p:cNvSpPr/>
          <p:nvPr/>
        </p:nvSpPr>
        <p:spPr>
          <a:xfrm>
            <a:off x="100825" y="4271875"/>
            <a:ext cx="596400" cy="24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…ok</a:t>
            </a:r>
            <a:endParaRPr sz="1000"/>
          </a:p>
        </p:txBody>
      </p:sp>
      <p:sp>
        <p:nvSpPr>
          <p:cNvPr id="255" name="Google Shape;255;p35">
            <a:hlinkClick action="ppaction://hlinksldjump" r:id="rId5"/>
          </p:cNvPr>
          <p:cNvSpPr/>
          <p:nvPr/>
        </p:nvSpPr>
        <p:spPr>
          <a:xfrm>
            <a:off x="779525" y="4271875"/>
            <a:ext cx="596400" cy="24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Why?</a:t>
            </a:r>
            <a:endParaRPr sz="1000"/>
          </a:p>
        </p:txBody>
      </p:sp>
      <p:pic>
        <p:nvPicPr>
          <p:cNvPr id="256" name="Google Shape;256;p35" title="littlepoagy-happy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6" title="littlepoagy-happy.png"/>
          <p:cNvSpPr/>
          <p:nvPr/>
        </p:nvSpPr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6"/>
          <p:cNvSpPr/>
          <p:nvPr/>
        </p:nvSpPr>
        <p:spPr>
          <a:xfrm>
            <a:off x="23625" y="4559600"/>
            <a:ext cx="9120300" cy="5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Happy Poagy: …</a:t>
            </a:r>
            <a:endParaRPr sz="1200"/>
          </a:p>
        </p:txBody>
      </p:sp>
      <p:sp>
        <p:nvSpPr>
          <p:cNvPr id="263" name="Google Shape;263;p36">
            <a:hlinkClick action="ppaction://hlinksldjump" r:id="rId4"/>
          </p:cNvPr>
          <p:cNvSpPr/>
          <p:nvPr/>
        </p:nvSpPr>
        <p:spPr>
          <a:xfrm>
            <a:off x="100825" y="4271875"/>
            <a:ext cx="596400" cy="24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…</a:t>
            </a:r>
            <a:endParaRPr sz="1000"/>
          </a:p>
        </p:txBody>
      </p:sp>
      <p:sp>
        <p:nvSpPr>
          <p:cNvPr id="264" name="Google Shape;264;p36">
            <a:hlinkClick action="ppaction://hlinksldjump" r:id="rId5"/>
          </p:cNvPr>
          <p:cNvSpPr/>
          <p:nvPr/>
        </p:nvSpPr>
        <p:spPr>
          <a:xfrm>
            <a:off x="810925" y="4271875"/>
            <a:ext cx="596400" cy="24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Christmas?</a:t>
            </a:r>
            <a:endParaRPr sz="600"/>
          </a:p>
        </p:txBody>
      </p:sp>
      <p:pic>
        <p:nvPicPr>
          <p:cNvPr id="265" name="Google Shape;265;p36" title="littlepoagy-happy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7" title="littlepoagy-happy.png"/>
          <p:cNvSpPr/>
          <p:nvPr/>
        </p:nvSpPr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37"/>
          <p:cNvSpPr/>
          <p:nvPr/>
        </p:nvSpPr>
        <p:spPr>
          <a:xfrm>
            <a:off x="23625" y="4559600"/>
            <a:ext cx="9120300" cy="5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Happy Poagy: Yeah, you know, I heard of another poag called “Christmas Poagy”. I remember when I met him for the first time we-</a:t>
            </a:r>
            <a:endParaRPr sz="1200"/>
          </a:p>
        </p:txBody>
      </p:sp>
      <p:sp>
        <p:nvSpPr>
          <p:cNvPr id="272" name="Google Shape;272;p37">
            <a:hlinkClick action="ppaction://hlinksldjump" r:id="rId4"/>
          </p:cNvPr>
          <p:cNvSpPr/>
          <p:nvPr/>
        </p:nvSpPr>
        <p:spPr>
          <a:xfrm>
            <a:off x="100825" y="4271875"/>
            <a:ext cx="596400" cy="24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Next</a:t>
            </a:r>
            <a:endParaRPr b="1" sz="1000"/>
          </a:p>
        </p:txBody>
      </p:sp>
      <p:pic>
        <p:nvPicPr>
          <p:cNvPr id="273" name="Google Shape;273;p37" title="littlepoagy-happy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8"/>
          <p:cNvSpPr/>
          <p:nvPr/>
        </p:nvSpPr>
        <p:spPr>
          <a:xfrm>
            <a:off x="23625" y="4559600"/>
            <a:ext cx="9120300" cy="5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/>
              <a:t>Sorry, but we ran out of budget for this.</a:t>
            </a:r>
            <a:endParaRPr i="1" sz="1200"/>
          </a:p>
        </p:txBody>
      </p:sp>
      <p:sp>
        <p:nvSpPr>
          <p:cNvPr id="279" name="Google Shape;279;p38"/>
          <p:cNvSpPr/>
          <p:nvPr/>
        </p:nvSpPr>
        <p:spPr>
          <a:xfrm>
            <a:off x="100825" y="4271875"/>
            <a:ext cx="596400" cy="24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Cya</a:t>
            </a:r>
            <a:endParaRPr b="1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/>
          <p:nvPr/>
        </p:nvSpPr>
        <p:spPr>
          <a:xfrm>
            <a:off x="23625" y="4559600"/>
            <a:ext cx="9120300" cy="5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/>
              <a:t>Happy Poagy just leaves.</a:t>
            </a:r>
            <a:endParaRPr i="1" sz="1200"/>
          </a:p>
        </p:txBody>
      </p:sp>
      <p:sp>
        <p:nvSpPr>
          <p:cNvPr id="285" name="Google Shape;285;p39"/>
          <p:cNvSpPr/>
          <p:nvPr/>
        </p:nvSpPr>
        <p:spPr>
          <a:xfrm>
            <a:off x="100825" y="4271875"/>
            <a:ext cx="596400" cy="24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Cya</a:t>
            </a: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0" title="littlepoagy-happy.png"/>
          <p:cNvSpPr/>
          <p:nvPr/>
        </p:nvSpPr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40"/>
          <p:cNvSpPr/>
          <p:nvPr/>
        </p:nvSpPr>
        <p:spPr>
          <a:xfrm>
            <a:off x="23625" y="4559600"/>
            <a:ext cx="9120300" cy="5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Happy Poagy: I mean, if you think that I’m basically the default poagy (I’m not btw), then that’s why.</a:t>
            </a:r>
            <a:endParaRPr sz="1200"/>
          </a:p>
        </p:txBody>
      </p:sp>
      <p:sp>
        <p:nvSpPr>
          <p:cNvPr id="292" name="Google Shape;292;p40">
            <a:hlinkClick action="ppaction://hlinksldjump" r:id="rId4"/>
          </p:cNvPr>
          <p:cNvSpPr/>
          <p:nvPr/>
        </p:nvSpPr>
        <p:spPr>
          <a:xfrm>
            <a:off x="100825" y="4166400"/>
            <a:ext cx="810000" cy="35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What movies do you like?</a:t>
            </a:r>
            <a:endParaRPr sz="800"/>
          </a:p>
        </p:txBody>
      </p:sp>
      <p:pic>
        <p:nvPicPr>
          <p:cNvPr id="293" name="Google Shape;293;p40" title="littlepoagy-happy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1" title="littlepoagy-happy.png"/>
          <p:cNvSpPr/>
          <p:nvPr/>
        </p:nvSpPr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sp>
      <p:sp>
        <p:nvSpPr>
          <p:cNvPr id="299" name="Google Shape;299;p41"/>
          <p:cNvSpPr/>
          <p:nvPr/>
        </p:nvSpPr>
        <p:spPr>
          <a:xfrm>
            <a:off x="23625" y="4559600"/>
            <a:ext cx="9120300" cy="5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Happy Poagy: Some of my favorites movies are </a:t>
            </a:r>
            <a:endParaRPr sz="1200"/>
          </a:p>
        </p:txBody>
      </p:sp>
      <p:sp>
        <p:nvSpPr>
          <p:cNvPr id="300" name="Google Shape;300;p41">
            <a:hlinkClick action="ppaction://hlinksldjump" r:id="rId4"/>
          </p:cNvPr>
          <p:cNvSpPr/>
          <p:nvPr/>
        </p:nvSpPr>
        <p:spPr>
          <a:xfrm>
            <a:off x="100825" y="4166400"/>
            <a:ext cx="810000" cy="35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Next</a:t>
            </a:r>
            <a:endParaRPr sz="800"/>
          </a:p>
        </p:txBody>
      </p:sp>
      <p:sp>
        <p:nvSpPr>
          <p:cNvPr descr="a green screen with a bunch of error messages on it (Provided by Tenor)" id="301" name="Google Shape;301;p41"/>
          <p:cNvSpPr/>
          <p:nvPr/>
        </p:nvSpPr>
        <p:spPr>
          <a:xfrm>
            <a:off x="6300775" y="4628162"/>
            <a:ext cx="794441" cy="446675"/>
          </a:xfrm>
          <a:prstGeom prst="rect">
            <a:avLst/>
          </a:prstGeom>
          <a:noFill/>
          <a:ln>
            <a:noFill/>
          </a:ln>
        </p:spPr>
      </p:sp>
      <p:pic>
        <p:nvPicPr>
          <p:cNvPr id="302" name="Google Shape;302;p41" title="littlepoagy-happy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2" title="littlepoagy-happy.png"/>
          <p:cNvSpPr/>
          <p:nvPr/>
        </p:nvSpPr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42"/>
          <p:cNvSpPr/>
          <p:nvPr/>
        </p:nvSpPr>
        <p:spPr>
          <a:xfrm>
            <a:off x="23625" y="4559600"/>
            <a:ext cx="9120300" cy="5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/>
              <a:t>Happy Poagy appears to have crashed… great job.</a:t>
            </a:r>
            <a:endParaRPr i="1" sz="1200"/>
          </a:p>
        </p:txBody>
      </p:sp>
      <p:sp>
        <p:nvSpPr>
          <p:cNvPr id="309" name="Google Shape;309;p42"/>
          <p:cNvSpPr/>
          <p:nvPr/>
        </p:nvSpPr>
        <p:spPr>
          <a:xfrm>
            <a:off x="100825" y="4166400"/>
            <a:ext cx="810000" cy="35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Cya</a:t>
            </a:r>
            <a:endParaRPr sz="800"/>
          </a:p>
        </p:txBody>
      </p:sp>
      <p:sp>
        <p:nvSpPr>
          <p:cNvPr descr="a green screen with a bunch of error messages on it (Provided by Tenor)" id="310" name="Google Shape;310;p42"/>
          <p:cNvSpPr/>
          <p:nvPr/>
        </p:nvSpPr>
        <p:spPr>
          <a:xfrm>
            <a:off x="4281037" y="2571749"/>
            <a:ext cx="1038346" cy="583800"/>
          </a:xfrm>
          <a:prstGeom prst="rect">
            <a:avLst/>
          </a:prstGeom>
          <a:noFill/>
          <a:ln>
            <a:noFill/>
          </a:ln>
        </p:spPr>
      </p:sp>
      <p:pic>
        <p:nvPicPr>
          <p:cNvPr id="311" name="Google Shape;311;p42" title="littlepoagy-happ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3" title="littlepoagy-happy.png"/>
          <p:cNvSpPr/>
          <p:nvPr/>
        </p:nvSpPr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43"/>
          <p:cNvSpPr/>
          <p:nvPr/>
        </p:nvSpPr>
        <p:spPr>
          <a:xfrm>
            <a:off x="23625" y="4559600"/>
            <a:ext cx="9120300" cy="5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Happy Poagy: Hi!</a:t>
            </a:r>
            <a:endParaRPr sz="1200"/>
          </a:p>
        </p:txBody>
      </p:sp>
      <p:sp>
        <p:nvSpPr>
          <p:cNvPr id="318" name="Google Shape;318;p43">
            <a:hlinkClick action="ppaction://hlinksldjump" r:id="rId4"/>
          </p:cNvPr>
          <p:cNvSpPr/>
          <p:nvPr/>
        </p:nvSpPr>
        <p:spPr>
          <a:xfrm>
            <a:off x="100825" y="4271875"/>
            <a:ext cx="596400" cy="24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Hi</a:t>
            </a:r>
            <a:endParaRPr sz="1000"/>
          </a:p>
        </p:txBody>
      </p:sp>
      <p:pic>
        <p:nvPicPr>
          <p:cNvPr id="319" name="Google Shape;319;p43" title="littlepoagy-happy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4" title="littlepoagy-happy.png"/>
          <p:cNvSpPr/>
          <p:nvPr/>
        </p:nvSpPr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4"/>
          <p:cNvSpPr/>
          <p:nvPr/>
        </p:nvSpPr>
        <p:spPr>
          <a:xfrm>
            <a:off x="23625" y="4559600"/>
            <a:ext cx="9120300" cy="5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Happy Poagy: You know, my name is Poagy!</a:t>
            </a:r>
            <a:endParaRPr sz="1200"/>
          </a:p>
        </p:txBody>
      </p:sp>
      <p:sp>
        <p:nvSpPr>
          <p:cNvPr id="326" name="Google Shape;326;p44">
            <a:hlinkClick action="ppaction://hlinksldjump" r:id="rId4"/>
          </p:cNvPr>
          <p:cNvSpPr/>
          <p:nvPr/>
        </p:nvSpPr>
        <p:spPr>
          <a:xfrm>
            <a:off x="100825" y="4271875"/>
            <a:ext cx="596400" cy="24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…ok</a:t>
            </a:r>
            <a:endParaRPr sz="1000"/>
          </a:p>
        </p:txBody>
      </p:sp>
      <p:sp>
        <p:nvSpPr>
          <p:cNvPr id="327" name="Google Shape;327;p44">
            <a:hlinkClick action="ppaction://hlinksldjump" r:id="rId5"/>
          </p:cNvPr>
          <p:cNvSpPr/>
          <p:nvPr/>
        </p:nvSpPr>
        <p:spPr>
          <a:xfrm>
            <a:off x="779525" y="4271875"/>
            <a:ext cx="596400" cy="24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Why?</a:t>
            </a:r>
            <a:endParaRPr sz="1000"/>
          </a:p>
        </p:txBody>
      </p:sp>
      <p:pic>
        <p:nvPicPr>
          <p:cNvPr id="328" name="Google Shape;328;p44" title="littlepoagy-happy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5" title="littlepoagy-happy.png"/>
          <p:cNvSpPr/>
          <p:nvPr/>
        </p:nvSpPr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45"/>
          <p:cNvSpPr/>
          <p:nvPr/>
        </p:nvSpPr>
        <p:spPr>
          <a:xfrm>
            <a:off x="23625" y="4559600"/>
            <a:ext cx="9120300" cy="5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Happy Poagy: …</a:t>
            </a:r>
            <a:endParaRPr sz="1200"/>
          </a:p>
        </p:txBody>
      </p:sp>
      <p:sp>
        <p:nvSpPr>
          <p:cNvPr id="335" name="Google Shape;335;p45">
            <a:hlinkClick action="ppaction://hlinksldjump" r:id="rId4"/>
          </p:cNvPr>
          <p:cNvSpPr/>
          <p:nvPr/>
        </p:nvSpPr>
        <p:spPr>
          <a:xfrm>
            <a:off x="100825" y="4271875"/>
            <a:ext cx="596400" cy="24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…</a:t>
            </a:r>
            <a:endParaRPr sz="1000"/>
          </a:p>
        </p:txBody>
      </p:sp>
      <p:sp>
        <p:nvSpPr>
          <p:cNvPr id="336" name="Google Shape;336;p45">
            <a:hlinkClick action="ppaction://hlinksldjump" r:id="rId5"/>
          </p:cNvPr>
          <p:cNvSpPr/>
          <p:nvPr/>
        </p:nvSpPr>
        <p:spPr>
          <a:xfrm>
            <a:off x="810925" y="4271875"/>
            <a:ext cx="596400" cy="24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Christmas?</a:t>
            </a:r>
            <a:endParaRPr sz="600"/>
          </a:p>
        </p:txBody>
      </p:sp>
      <p:pic>
        <p:nvPicPr>
          <p:cNvPr id="337" name="Google Shape;337;p45" title="littlepoagy-happy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6" title="littlepoagy-happy.png"/>
          <p:cNvSpPr/>
          <p:nvPr/>
        </p:nvSpPr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6"/>
          <p:cNvSpPr/>
          <p:nvPr/>
        </p:nvSpPr>
        <p:spPr>
          <a:xfrm>
            <a:off x="23625" y="4559600"/>
            <a:ext cx="9120300" cy="5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Happy Poagy: Yeah, you know, I heard of another poag called “Christmas Poagy”. I remember when I met him for the first time we-</a:t>
            </a:r>
            <a:endParaRPr sz="1200"/>
          </a:p>
        </p:txBody>
      </p:sp>
      <p:sp>
        <p:nvSpPr>
          <p:cNvPr id="344" name="Google Shape;344;p46">
            <a:hlinkClick action="ppaction://hlinksldjump" r:id="rId4"/>
          </p:cNvPr>
          <p:cNvSpPr/>
          <p:nvPr/>
        </p:nvSpPr>
        <p:spPr>
          <a:xfrm>
            <a:off x="100825" y="4271875"/>
            <a:ext cx="596400" cy="24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Next</a:t>
            </a:r>
            <a:endParaRPr b="1" sz="1000"/>
          </a:p>
        </p:txBody>
      </p:sp>
      <p:pic>
        <p:nvPicPr>
          <p:cNvPr id="345" name="Google Shape;345;p46" title="littlepoagy-happy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/>
          <p:nvPr/>
        </p:nvSpPr>
        <p:spPr>
          <a:xfrm>
            <a:off x="23625" y="4559600"/>
            <a:ext cx="9120300" cy="5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/>
              <a:t>Sorry, but we ran out of budget for this.</a:t>
            </a:r>
            <a:endParaRPr i="1" sz="1200"/>
          </a:p>
        </p:txBody>
      </p:sp>
      <p:sp>
        <p:nvSpPr>
          <p:cNvPr id="351" name="Google Shape;351;p47"/>
          <p:cNvSpPr/>
          <p:nvPr/>
        </p:nvSpPr>
        <p:spPr>
          <a:xfrm>
            <a:off x="100825" y="4271875"/>
            <a:ext cx="596400" cy="24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Cya</a:t>
            </a:r>
            <a:endParaRPr b="1"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8"/>
          <p:cNvSpPr/>
          <p:nvPr/>
        </p:nvSpPr>
        <p:spPr>
          <a:xfrm>
            <a:off x="23625" y="4559600"/>
            <a:ext cx="9120300" cy="5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/>
              <a:t>Happy Poagy just leaves.</a:t>
            </a:r>
            <a:endParaRPr i="1" sz="1200"/>
          </a:p>
        </p:txBody>
      </p:sp>
      <p:sp>
        <p:nvSpPr>
          <p:cNvPr id="357" name="Google Shape;357;p48"/>
          <p:cNvSpPr/>
          <p:nvPr/>
        </p:nvSpPr>
        <p:spPr>
          <a:xfrm>
            <a:off x="100825" y="4271875"/>
            <a:ext cx="596400" cy="24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Cya</a:t>
            </a:r>
            <a:endParaRPr sz="1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9" title="littlepoagy-happy.png"/>
          <p:cNvSpPr/>
          <p:nvPr/>
        </p:nvSpPr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49"/>
          <p:cNvSpPr/>
          <p:nvPr/>
        </p:nvSpPr>
        <p:spPr>
          <a:xfrm>
            <a:off x="23625" y="4559600"/>
            <a:ext cx="9120300" cy="5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Happy Poagy: I mean, if you think that I’m basically the default poagy (I’m not btw), then that’s why.</a:t>
            </a:r>
            <a:endParaRPr sz="1200"/>
          </a:p>
        </p:txBody>
      </p:sp>
      <p:sp>
        <p:nvSpPr>
          <p:cNvPr id="364" name="Google Shape;364;p49">
            <a:hlinkClick action="ppaction://hlinksldjump" r:id="rId4"/>
          </p:cNvPr>
          <p:cNvSpPr/>
          <p:nvPr/>
        </p:nvSpPr>
        <p:spPr>
          <a:xfrm>
            <a:off x="100825" y="4166400"/>
            <a:ext cx="810000" cy="35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What movies do you like?</a:t>
            </a:r>
            <a:endParaRPr sz="800"/>
          </a:p>
        </p:txBody>
      </p:sp>
      <p:pic>
        <p:nvPicPr>
          <p:cNvPr id="365" name="Google Shape;365;p49" title="littlepoagy-happy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0" title="littlepoagy-happy.png"/>
          <p:cNvSpPr/>
          <p:nvPr/>
        </p:nvSpPr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sp>
      <p:sp>
        <p:nvSpPr>
          <p:cNvPr id="371" name="Google Shape;371;p50"/>
          <p:cNvSpPr/>
          <p:nvPr/>
        </p:nvSpPr>
        <p:spPr>
          <a:xfrm>
            <a:off x="23625" y="4559600"/>
            <a:ext cx="9120300" cy="5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Happy Poagy: Some of my favorites movies are </a:t>
            </a:r>
            <a:endParaRPr sz="1200"/>
          </a:p>
        </p:txBody>
      </p:sp>
      <p:sp>
        <p:nvSpPr>
          <p:cNvPr id="372" name="Google Shape;372;p50">
            <a:hlinkClick action="ppaction://hlinksldjump" r:id="rId4"/>
          </p:cNvPr>
          <p:cNvSpPr/>
          <p:nvPr/>
        </p:nvSpPr>
        <p:spPr>
          <a:xfrm>
            <a:off x="100825" y="4166400"/>
            <a:ext cx="810000" cy="35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Next</a:t>
            </a:r>
            <a:endParaRPr sz="800"/>
          </a:p>
        </p:txBody>
      </p:sp>
      <p:sp>
        <p:nvSpPr>
          <p:cNvPr descr="a green screen with a bunch of error messages on it (Provided by Tenor)" id="373" name="Google Shape;373;p50"/>
          <p:cNvSpPr/>
          <p:nvPr/>
        </p:nvSpPr>
        <p:spPr>
          <a:xfrm>
            <a:off x="6300775" y="4628162"/>
            <a:ext cx="794441" cy="446675"/>
          </a:xfrm>
          <a:prstGeom prst="rect">
            <a:avLst/>
          </a:prstGeom>
          <a:noFill/>
          <a:ln>
            <a:noFill/>
          </a:ln>
        </p:spPr>
      </p:sp>
      <p:pic>
        <p:nvPicPr>
          <p:cNvPr id="374" name="Google Shape;374;p50" title="littlepoagy-happy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1" title="littlepoagy-happy.png"/>
          <p:cNvSpPr/>
          <p:nvPr/>
        </p:nvSpPr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sp>
      <p:sp>
        <p:nvSpPr>
          <p:cNvPr id="380" name="Google Shape;380;p51"/>
          <p:cNvSpPr/>
          <p:nvPr/>
        </p:nvSpPr>
        <p:spPr>
          <a:xfrm>
            <a:off x="23625" y="4559600"/>
            <a:ext cx="9120300" cy="5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/>
              <a:t>Happy Poagy appears to have crashed… great job.</a:t>
            </a:r>
            <a:endParaRPr i="1" sz="1200"/>
          </a:p>
        </p:txBody>
      </p:sp>
      <p:sp>
        <p:nvSpPr>
          <p:cNvPr id="381" name="Google Shape;381;p51"/>
          <p:cNvSpPr/>
          <p:nvPr/>
        </p:nvSpPr>
        <p:spPr>
          <a:xfrm>
            <a:off x="100825" y="4166400"/>
            <a:ext cx="810000" cy="35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Cya</a:t>
            </a:r>
            <a:endParaRPr sz="800"/>
          </a:p>
        </p:txBody>
      </p:sp>
      <p:sp>
        <p:nvSpPr>
          <p:cNvPr descr="a green screen with a bunch of error messages on it (Provided by Tenor)" id="382" name="Google Shape;382;p51"/>
          <p:cNvSpPr/>
          <p:nvPr/>
        </p:nvSpPr>
        <p:spPr>
          <a:xfrm>
            <a:off x="4281037" y="2571749"/>
            <a:ext cx="1038346" cy="583800"/>
          </a:xfrm>
          <a:prstGeom prst="rect">
            <a:avLst/>
          </a:prstGeom>
          <a:noFill/>
          <a:ln>
            <a:noFill/>
          </a:ln>
        </p:spPr>
      </p:sp>
      <p:pic>
        <p:nvPicPr>
          <p:cNvPr id="383" name="Google Shape;383;p51" title="littlepoagy-happ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90750" y="2140325"/>
            <a:ext cx="1618925" cy="218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2"/>
          <p:cNvSpPr txBox="1"/>
          <p:nvPr/>
        </p:nvSpPr>
        <p:spPr>
          <a:xfrm>
            <a:off x="2084120" y="1712069"/>
            <a:ext cx="5589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Ultra Realistic Poagy getting lost simulator</a:t>
            </a:r>
            <a:endParaRPr b="0" i="0" sz="3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52"/>
          <p:cNvSpPr txBox="1"/>
          <p:nvPr/>
        </p:nvSpPr>
        <p:spPr>
          <a:xfrm>
            <a:off x="-165146" y="4679700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Click to proceed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52"/>
          <p:cNvSpPr txBox="1"/>
          <p:nvPr/>
        </p:nvSpPr>
        <p:spPr>
          <a:xfrm>
            <a:off x="8325" y="0"/>
            <a:ext cx="27099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v1.5</a:t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52"/>
          <p:cNvSpPr/>
          <p:nvPr/>
        </p:nvSpPr>
        <p:spPr>
          <a:xfrm>
            <a:off x="8632600" y="106750"/>
            <a:ext cx="346200" cy="3408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52">
            <a:hlinkClick action="ppaction://hlinksldjump" r:id="rId3"/>
          </p:cNvPr>
          <p:cNvSpPr/>
          <p:nvPr/>
        </p:nvSpPr>
        <p:spPr>
          <a:xfrm rot="5400000">
            <a:off x="19150" y="-10950"/>
            <a:ext cx="186600" cy="208500"/>
          </a:xfrm>
          <a:prstGeom prst="rtTriangle">
            <a:avLst/>
          </a:prstGeom>
          <a:gradFill>
            <a:gsLst>
              <a:gs pos="0">
                <a:srgbClr val="D5A6BD"/>
              </a:gs>
              <a:gs pos="100000">
                <a:srgbClr val="E06666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3"/>
          <p:cNvSpPr/>
          <p:nvPr/>
        </p:nvSpPr>
        <p:spPr>
          <a:xfrm>
            <a:off x="2987399" y="536580"/>
            <a:ext cx="3169200" cy="374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 Selection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3">
            <a:hlinkClick action="ppaction://hlinksldjump" r:id="rId3"/>
          </p:cNvPr>
          <p:cNvSpPr/>
          <p:nvPr/>
        </p:nvSpPr>
        <p:spPr>
          <a:xfrm>
            <a:off x="2987400" y="1133500"/>
            <a:ext cx="3169200" cy="7689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Poagy’s Road Dilema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3">
            <a:hlinkClick action="ppaction://hlinksldjump" r:id="rId4"/>
          </p:cNvPr>
          <p:cNvSpPr/>
          <p:nvPr/>
        </p:nvSpPr>
        <p:spPr>
          <a:xfrm>
            <a:off x="2987400" y="1902400"/>
            <a:ext cx="3169200" cy="7689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 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Housing Issues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53">
            <a:hlinkClick action="ppaction://hlinksldjump" r:id="rId5"/>
          </p:cNvPr>
          <p:cNvSpPr/>
          <p:nvPr/>
        </p:nvSpPr>
        <p:spPr>
          <a:xfrm rot="5400000">
            <a:off x="19150" y="-10950"/>
            <a:ext cx="186600" cy="208500"/>
          </a:xfrm>
          <a:prstGeom prst="rtTriangle">
            <a:avLst/>
          </a:prstGeom>
          <a:gradFill>
            <a:gsLst>
              <a:gs pos="0">
                <a:srgbClr val="D5A6BD"/>
              </a:gs>
              <a:gs pos="100000">
                <a:srgbClr val="E06666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4"/>
          <p:cNvSpPr/>
          <p:nvPr/>
        </p:nvSpPr>
        <p:spPr>
          <a:xfrm>
            <a:off x="152425" y="1847250"/>
            <a:ext cx="9144000" cy="144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54"/>
          <p:cNvSpPr/>
          <p:nvPr/>
        </p:nvSpPr>
        <p:spPr>
          <a:xfrm rot="5400000">
            <a:off x="2122675" y="1853650"/>
            <a:ext cx="5203500" cy="144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54"/>
          <p:cNvSpPr/>
          <p:nvPr/>
        </p:nvSpPr>
        <p:spPr>
          <a:xfrm rot="5400000">
            <a:off x="3997675" y="1847250"/>
            <a:ext cx="1453500" cy="144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8" name="Google Shape;40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931" y="3559890"/>
            <a:ext cx="1064992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4"/>
          <p:cNvSpPr/>
          <p:nvPr/>
        </p:nvSpPr>
        <p:spPr>
          <a:xfrm>
            <a:off x="25" y="4521900"/>
            <a:ext cx="9144000" cy="65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arrive at a 4 way intersection. You can go right, which looks like a nice clean path, left, a path with a tree you have to climb over, and straight, a path with a door at the end labeled “pantry”. What do you choose?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4">
            <a:hlinkClick action="ppaction://hlinksldjump" r:id="rId4"/>
          </p:cNvPr>
          <p:cNvSpPr/>
          <p:nvPr/>
        </p:nvSpPr>
        <p:spPr>
          <a:xfrm>
            <a:off x="89024" y="4094125"/>
            <a:ext cx="678000" cy="33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54">
            <a:hlinkClick action="ppaction://hlinksldjump" r:id="rId5"/>
          </p:cNvPr>
          <p:cNvSpPr/>
          <p:nvPr/>
        </p:nvSpPr>
        <p:spPr>
          <a:xfrm>
            <a:off x="904076" y="4094125"/>
            <a:ext cx="678000" cy="33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54">
            <a:hlinkClick action="ppaction://hlinksldjump" r:id="rId6"/>
          </p:cNvPr>
          <p:cNvSpPr/>
          <p:nvPr/>
        </p:nvSpPr>
        <p:spPr>
          <a:xfrm>
            <a:off x="1719126" y="4094125"/>
            <a:ext cx="678000" cy="33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Straight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54">
            <a:hlinkClick action="ppaction://hlinksldjump" r:id="rId7"/>
          </p:cNvPr>
          <p:cNvSpPr/>
          <p:nvPr/>
        </p:nvSpPr>
        <p:spPr>
          <a:xfrm>
            <a:off x="2548001" y="4094125"/>
            <a:ext cx="678000" cy="33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BD4EB"/>
              </a:gs>
              <a:gs pos="100000">
                <a:srgbClr val="9080BB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54"/>
          <p:cNvSpPr txBox="1"/>
          <p:nvPr/>
        </p:nvSpPr>
        <p:spPr>
          <a:xfrm>
            <a:off x="-109117" y="2296042"/>
            <a:ext cx="91440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Road Rd</a:t>
            </a:r>
            <a:endParaRPr b="0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 b="0" i="0" sz="2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54">
            <a:hlinkClick action="ppaction://hlinksldjump" r:id="rId8"/>
          </p:cNvPr>
          <p:cNvSpPr/>
          <p:nvPr/>
        </p:nvSpPr>
        <p:spPr>
          <a:xfrm rot="5400000">
            <a:off x="19150" y="-10950"/>
            <a:ext cx="186600" cy="208500"/>
          </a:xfrm>
          <a:prstGeom prst="rtTriangle">
            <a:avLst/>
          </a:prstGeom>
          <a:gradFill>
            <a:gsLst>
              <a:gs pos="0">
                <a:srgbClr val="D5A6BD"/>
              </a:gs>
              <a:gs pos="100000">
                <a:srgbClr val="E06666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5"/>
          <p:cNvSpPr txBox="1"/>
          <p:nvPr/>
        </p:nvSpPr>
        <p:spPr>
          <a:xfrm>
            <a:off x="855133" y="6574367"/>
            <a:ext cx="91440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Garden Opening</a:t>
            </a:r>
            <a:endParaRPr b="0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Part 1/3</a:t>
            </a:r>
            <a:endParaRPr b="0" i="0" sz="2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55"/>
          <p:cNvSpPr/>
          <p:nvPr/>
        </p:nvSpPr>
        <p:spPr>
          <a:xfrm>
            <a:off x="25" y="1847850"/>
            <a:ext cx="9144000" cy="144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55"/>
          <p:cNvSpPr/>
          <p:nvPr/>
        </p:nvSpPr>
        <p:spPr>
          <a:xfrm rot="5400000">
            <a:off x="2122675" y="1853650"/>
            <a:ext cx="5203500" cy="144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55"/>
          <p:cNvSpPr/>
          <p:nvPr/>
        </p:nvSpPr>
        <p:spPr>
          <a:xfrm rot="5400000">
            <a:off x="3997675" y="1847250"/>
            <a:ext cx="1453500" cy="144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931" y="1853656"/>
            <a:ext cx="1064992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5"/>
          <p:cNvSpPr/>
          <p:nvPr/>
        </p:nvSpPr>
        <p:spPr>
          <a:xfrm>
            <a:off x="25" y="4521900"/>
            <a:ext cx="9144000" cy="65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Poagy moves left… and shuts down because climbing is too hard.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55"/>
          <p:cNvSpPr/>
          <p:nvPr/>
        </p:nvSpPr>
        <p:spPr>
          <a:xfrm>
            <a:off x="89024" y="4094125"/>
            <a:ext cx="678000" cy="33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55"/>
          <p:cNvSpPr/>
          <p:nvPr/>
        </p:nvSpPr>
        <p:spPr>
          <a:xfrm>
            <a:off x="904076" y="4094125"/>
            <a:ext cx="678000" cy="33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55"/>
          <p:cNvSpPr/>
          <p:nvPr/>
        </p:nvSpPr>
        <p:spPr>
          <a:xfrm>
            <a:off x="1719126" y="4094125"/>
            <a:ext cx="678000" cy="33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Straight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55"/>
          <p:cNvSpPr/>
          <p:nvPr/>
        </p:nvSpPr>
        <p:spPr>
          <a:xfrm>
            <a:off x="2548001" y="4094125"/>
            <a:ext cx="678000" cy="33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BD4EB"/>
              </a:gs>
              <a:gs pos="100000">
                <a:srgbClr val="9080BB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0" name="Google Shape;430;p55"/>
          <p:cNvGrpSpPr/>
          <p:nvPr/>
        </p:nvGrpSpPr>
        <p:grpSpPr>
          <a:xfrm>
            <a:off x="2509078" y="1239250"/>
            <a:ext cx="4430700" cy="2676600"/>
            <a:chOff x="553878" y="-588850"/>
            <a:chExt cx="4430700" cy="2676600"/>
          </a:xfrm>
        </p:grpSpPr>
        <p:sp>
          <p:nvSpPr>
            <p:cNvPr id="431" name="Google Shape;431;p55"/>
            <p:cNvSpPr/>
            <p:nvPr/>
          </p:nvSpPr>
          <p:spPr>
            <a:xfrm>
              <a:off x="553878" y="-588850"/>
              <a:ext cx="4430700" cy="2676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Git Gud </a:t>
              </a:r>
              <a:endPara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t/>
              </a:r>
              <a:endPara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" sz="2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Poagy is bad at climbing. What did you expect?</a:t>
              </a:r>
              <a:endPara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55">
              <a:hlinkClick action="ppaction://hlinksldjump" r:id="rId4"/>
            </p:cNvPr>
            <p:cNvSpPr/>
            <p:nvPr/>
          </p:nvSpPr>
          <p:spPr>
            <a:xfrm>
              <a:off x="2045325" y="1380600"/>
              <a:ext cx="1447800" cy="65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Close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3" name="Google Shape;433;p55"/>
          <p:cNvSpPr/>
          <p:nvPr/>
        </p:nvSpPr>
        <p:spPr>
          <a:xfrm>
            <a:off x="6035050" y="-845825"/>
            <a:ext cx="1908900" cy="38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55">
            <a:hlinkClick action="ppaction://hlinksldjump" r:id="rId5"/>
          </p:cNvPr>
          <p:cNvSpPr/>
          <p:nvPr/>
        </p:nvSpPr>
        <p:spPr>
          <a:xfrm rot="5400000">
            <a:off x="19150" y="-10950"/>
            <a:ext cx="186600" cy="208500"/>
          </a:xfrm>
          <a:prstGeom prst="rtTriangle">
            <a:avLst/>
          </a:prstGeom>
          <a:gradFill>
            <a:gsLst>
              <a:gs pos="0">
                <a:srgbClr val="D5A6BD"/>
              </a:gs>
              <a:gs pos="100000">
                <a:srgbClr val="E06666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2500"/>
                                        <p:tgtEl>
                                          <p:spTgt spid="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250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6"/>
          <p:cNvSpPr txBox="1"/>
          <p:nvPr/>
        </p:nvSpPr>
        <p:spPr>
          <a:xfrm>
            <a:off x="855133" y="6574367"/>
            <a:ext cx="91440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Garden Opening</a:t>
            </a:r>
            <a:endParaRPr b="0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Part 1/3</a:t>
            </a:r>
            <a:endParaRPr b="0" i="0" sz="2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56"/>
          <p:cNvSpPr/>
          <p:nvPr/>
        </p:nvSpPr>
        <p:spPr>
          <a:xfrm>
            <a:off x="25" y="1847850"/>
            <a:ext cx="9144000" cy="144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56"/>
          <p:cNvSpPr/>
          <p:nvPr/>
        </p:nvSpPr>
        <p:spPr>
          <a:xfrm rot="5400000">
            <a:off x="2122675" y="1853650"/>
            <a:ext cx="5203500" cy="144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56"/>
          <p:cNvSpPr/>
          <p:nvPr/>
        </p:nvSpPr>
        <p:spPr>
          <a:xfrm rot="5400000">
            <a:off x="3997675" y="1847250"/>
            <a:ext cx="1453500" cy="144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3" name="Google Shape;443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931" y="1853656"/>
            <a:ext cx="1064992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56"/>
          <p:cNvSpPr/>
          <p:nvPr/>
        </p:nvSpPr>
        <p:spPr>
          <a:xfrm>
            <a:off x="25" y="4521900"/>
            <a:ext cx="9144000" cy="65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Poagy moves right… and just flops over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56"/>
          <p:cNvSpPr/>
          <p:nvPr/>
        </p:nvSpPr>
        <p:spPr>
          <a:xfrm>
            <a:off x="89024" y="4094125"/>
            <a:ext cx="678000" cy="33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56"/>
          <p:cNvSpPr/>
          <p:nvPr/>
        </p:nvSpPr>
        <p:spPr>
          <a:xfrm>
            <a:off x="904076" y="4094125"/>
            <a:ext cx="678000" cy="33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56"/>
          <p:cNvSpPr/>
          <p:nvPr/>
        </p:nvSpPr>
        <p:spPr>
          <a:xfrm>
            <a:off x="1719126" y="4094125"/>
            <a:ext cx="678000" cy="33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Straight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56"/>
          <p:cNvSpPr/>
          <p:nvPr/>
        </p:nvSpPr>
        <p:spPr>
          <a:xfrm>
            <a:off x="2548001" y="4094125"/>
            <a:ext cx="678000" cy="33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BD4EB"/>
              </a:gs>
              <a:gs pos="100000">
                <a:srgbClr val="9080BB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9" name="Google Shape;449;p56"/>
          <p:cNvGrpSpPr/>
          <p:nvPr/>
        </p:nvGrpSpPr>
        <p:grpSpPr>
          <a:xfrm>
            <a:off x="2509078" y="1239250"/>
            <a:ext cx="4430700" cy="2676600"/>
            <a:chOff x="904078" y="-238675"/>
            <a:chExt cx="4430700" cy="2676600"/>
          </a:xfrm>
        </p:grpSpPr>
        <p:sp>
          <p:nvSpPr>
            <p:cNvPr id="450" name="Google Shape;450;p56"/>
            <p:cNvSpPr/>
            <p:nvPr/>
          </p:nvSpPr>
          <p:spPr>
            <a:xfrm>
              <a:off x="904078" y="-238675"/>
              <a:ext cx="4430700" cy="2676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Git Gud </a:t>
              </a:r>
              <a:endPara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t/>
              </a:r>
              <a:endPara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" sz="2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Poagy is lazy.</a:t>
              </a:r>
              <a:endPara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56">
              <a:hlinkClick action="ppaction://hlinksldjump" r:id="rId4"/>
            </p:cNvPr>
            <p:cNvSpPr/>
            <p:nvPr/>
          </p:nvSpPr>
          <p:spPr>
            <a:xfrm>
              <a:off x="2395525" y="1666325"/>
              <a:ext cx="1447800" cy="65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Close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2" name="Google Shape;452;p56"/>
          <p:cNvSpPr/>
          <p:nvPr/>
        </p:nvSpPr>
        <p:spPr>
          <a:xfrm>
            <a:off x="6252200" y="-1131575"/>
            <a:ext cx="1943100" cy="65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56">
            <a:hlinkClick action="ppaction://hlinksldjump" r:id="rId5"/>
          </p:cNvPr>
          <p:cNvSpPr/>
          <p:nvPr/>
        </p:nvSpPr>
        <p:spPr>
          <a:xfrm rot="5400000">
            <a:off x="19150" y="-10950"/>
            <a:ext cx="186600" cy="208500"/>
          </a:xfrm>
          <a:prstGeom prst="rtTriangle">
            <a:avLst/>
          </a:prstGeom>
          <a:gradFill>
            <a:gsLst>
              <a:gs pos="0">
                <a:srgbClr val="D5A6BD"/>
              </a:gs>
              <a:gs pos="100000">
                <a:srgbClr val="E06666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2500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250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7"/>
          <p:cNvSpPr txBox="1"/>
          <p:nvPr/>
        </p:nvSpPr>
        <p:spPr>
          <a:xfrm>
            <a:off x="855133" y="6574367"/>
            <a:ext cx="91440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Garden Opening</a:t>
            </a:r>
            <a:endParaRPr b="0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Part 1/3</a:t>
            </a:r>
            <a:endParaRPr b="0" i="0" sz="2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57"/>
          <p:cNvSpPr/>
          <p:nvPr/>
        </p:nvSpPr>
        <p:spPr>
          <a:xfrm>
            <a:off x="25" y="1847850"/>
            <a:ext cx="9144000" cy="144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57"/>
          <p:cNvSpPr/>
          <p:nvPr/>
        </p:nvSpPr>
        <p:spPr>
          <a:xfrm rot="5400000">
            <a:off x="2122675" y="1853650"/>
            <a:ext cx="5203500" cy="144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57"/>
          <p:cNvSpPr/>
          <p:nvPr/>
        </p:nvSpPr>
        <p:spPr>
          <a:xfrm rot="5400000">
            <a:off x="3997675" y="1847250"/>
            <a:ext cx="1453500" cy="144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2" name="Google Shape;46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931" y="1853656"/>
            <a:ext cx="1064992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57"/>
          <p:cNvSpPr/>
          <p:nvPr/>
        </p:nvSpPr>
        <p:spPr>
          <a:xfrm>
            <a:off x="25" y="4521900"/>
            <a:ext cx="9144000" cy="65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Poagy moves straight… and gets distracted by the lure of an amazing exquisite pantry full of food.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57"/>
          <p:cNvSpPr/>
          <p:nvPr/>
        </p:nvSpPr>
        <p:spPr>
          <a:xfrm>
            <a:off x="89024" y="4094125"/>
            <a:ext cx="678000" cy="33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57"/>
          <p:cNvSpPr/>
          <p:nvPr/>
        </p:nvSpPr>
        <p:spPr>
          <a:xfrm>
            <a:off x="904076" y="4094125"/>
            <a:ext cx="678000" cy="33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57"/>
          <p:cNvSpPr/>
          <p:nvPr/>
        </p:nvSpPr>
        <p:spPr>
          <a:xfrm>
            <a:off x="1719126" y="4094125"/>
            <a:ext cx="678000" cy="33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Straight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57"/>
          <p:cNvSpPr/>
          <p:nvPr/>
        </p:nvSpPr>
        <p:spPr>
          <a:xfrm>
            <a:off x="2548001" y="4094125"/>
            <a:ext cx="678000" cy="33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BD4EB"/>
              </a:gs>
              <a:gs pos="100000">
                <a:srgbClr val="9080BB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8" name="Google Shape;468;p57"/>
          <p:cNvGrpSpPr/>
          <p:nvPr/>
        </p:nvGrpSpPr>
        <p:grpSpPr>
          <a:xfrm>
            <a:off x="2509078" y="1239250"/>
            <a:ext cx="4430700" cy="2676600"/>
            <a:chOff x="2509078" y="1232850"/>
            <a:chExt cx="4430700" cy="2676600"/>
          </a:xfrm>
        </p:grpSpPr>
        <p:sp>
          <p:nvSpPr>
            <p:cNvPr id="469" name="Google Shape;469;p57"/>
            <p:cNvSpPr/>
            <p:nvPr/>
          </p:nvSpPr>
          <p:spPr>
            <a:xfrm>
              <a:off x="2509078" y="1232850"/>
              <a:ext cx="4430700" cy="2676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Git Gud </a:t>
              </a:r>
              <a:endPara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t/>
              </a:r>
              <a:endPara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" sz="2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Poagy is practically a pantry vacuum.</a:t>
              </a:r>
              <a:endPara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57">
              <a:hlinkClick action="ppaction://hlinksldjump" r:id="rId4"/>
            </p:cNvPr>
            <p:cNvSpPr/>
            <p:nvPr/>
          </p:nvSpPr>
          <p:spPr>
            <a:xfrm>
              <a:off x="4058725" y="3095000"/>
              <a:ext cx="1447800" cy="65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Close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1" name="Google Shape;471;p57"/>
          <p:cNvSpPr/>
          <p:nvPr/>
        </p:nvSpPr>
        <p:spPr>
          <a:xfrm>
            <a:off x="4834900" y="-1531625"/>
            <a:ext cx="2263200" cy="55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57">
            <a:hlinkClick action="ppaction://hlinksldjump" r:id="rId5"/>
          </p:cNvPr>
          <p:cNvSpPr/>
          <p:nvPr/>
        </p:nvSpPr>
        <p:spPr>
          <a:xfrm rot="5400000">
            <a:off x="19150" y="-10950"/>
            <a:ext cx="186600" cy="208500"/>
          </a:xfrm>
          <a:prstGeom prst="rtTriangle">
            <a:avLst/>
          </a:prstGeom>
          <a:gradFill>
            <a:gsLst>
              <a:gs pos="0">
                <a:srgbClr val="D5A6BD"/>
              </a:gs>
              <a:gs pos="100000">
                <a:srgbClr val="E06666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2500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250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8"/>
          <p:cNvSpPr txBox="1"/>
          <p:nvPr/>
        </p:nvSpPr>
        <p:spPr>
          <a:xfrm>
            <a:off x="855133" y="6574367"/>
            <a:ext cx="91440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Garden Opening</a:t>
            </a:r>
            <a:endParaRPr b="0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Part 1/3</a:t>
            </a:r>
            <a:endParaRPr b="0" i="0" sz="2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58"/>
          <p:cNvSpPr/>
          <p:nvPr/>
        </p:nvSpPr>
        <p:spPr>
          <a:xfrm>
            <a:off x="25" y="1847850"/>
            <a:ext cx="9144000" cy="144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58"/>
          <p:cNvSpPr/>
          <p:nvPr/>
        </p:nvSpPr>
        <p:spPr>
          <a:xfrm rot="5400000">
            <a:off x="2122675" y="1853650"/>
            <a:ext cx="5203500" cy="144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58"/>
          <p:cNvSpPr/>
          <p:nvPr/>
        </p:nvSpPr>
        <p:spPr>
          <a:xfrm rot="5400000">
            <a:off x="3997675" y="1847250"/>
            <a:ext cx="1453500" cy="144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1" name="Google Shape;48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931" y="1847856"/>
            <a:ext cx="1064992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58"/>
          <p:cNvSpPr/>
          <p:nvPr/>
        </p:nvSpPr>
        <p:spPr>
          <a:xfrm>
            <a:off x="25" y="4521900"/>
            <a:ext cx="9144000" cy="65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throw a piece of food down the clean path, and Poagy makes it!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58"/>
          <p:cNvSpPr/>
          <p:nvPr/>
        </p:nvSpPr>
        <p:spPr>
          <a:xfrm>
            <a:off x="89024" y="4094125"/>
            <a:ext cx="678000" cy="33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58"/>
          <p:cNvSpPr/>
          <p:nvPr/>
        </p:nvSpPr>
        <p:spPr>
          <a:xfrm>
            <a:off x="904076" y="4094125"/>
            <a:ext cx="678000" cy="33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58"/>
          <p:cNvSpPr/>
          <p:nvPr/>
        </p:nvSpPr>
        <p:spPr>
          <a:xfrm>
            <a:off x="1719126" y="4094125"/>
            <a:ext cx="678000" cy="33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Straight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58"/>
          <p:cNvSpPr/>
          <p:nvPr/>
        </p:nvSpPr>
        <p:spPr>
          <a:xfrm>
            <a:off x="2548001" y="4094125"/>
            <a:ext cx="678000" cy="33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7" name="Google Shape;487;p58"/>
          <p:cNvGrpSpPr/>
          <p:nvPr/>
        </p:nvGrpSpPr>
        <p:grpSpPr>
          <a:xfrm>
            <a:off x="2509078" y="1239250"/>
            <a:ext cx="4430700" cy="2676600"/>
            <a:chOff x="2509078" y="1232850"/>
            <a:chExt cx="4430700" cy="2676600"/>
          </a:xfrm>
        </p:grpSpPr>
        <p:sp>
          <p:nvSpPr>
            <p:cNvPr id="488" name="Google Shape;488;p58"/>
            <p:cNvSpPr/>
            <p:nvPr/>
          </p:nvSpPr>
          <p:spPr>
            <a:xfrm>
              <a:off x="2509078" y="1232850"/>
              <a:ext cx="4430700" cy="2676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Nice one</a:t>
              </a:r>
              <a:endPara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t/>
              </a:r>
              <a:endPara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" sz="2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Poagy successfully made it!</a:t>
              </a:r>
              <a:endPara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58">
              <a:hlinkClick action="ppaction://hlinksldjump" r:id="rId4"/>
            </p:cNvPr>
            <p:cNvSpPr/>
            <p:nvPr/>
          </p:nvSpPr>
          <p:spPr>
            <a:xfrm>
              <a:off x="4058725" y="3095000"/>
              <a:ext cx="1447800" cy="65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Continue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0" name="Google Shape;490;p58"/>
          <p:cNvSpPr/>
          <p:nvPr/>
        </p:nvSpPr>
        <p:spPr>
          <a:xfrm>
            <a:off x="4834900" y="-640075"/>
            <a:ext cx="2583300" cy="43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58">
            <a:hlinkClick action="ppaction://hlinksldjump" r:id="rId5"/>
          </p:cNvPr>
          <p:cNvSpPr/>
          <p:nvPr/>
        </p:nvSpPr>
        <p:spPr>
          <a:xfrm rot="5400000">
            <a:off x="19150" y="-10950"/>
            <a:ext cx="186600" cy="208500"/>
          </a:xfrm>
          <a:prstGeom prst="rtTriangle">
            <a:avLst/>
          </a:prstGeom>
          <a:gradFill>
            <a:gsLst>
              <a:gs pos="0">
                <a:srgbClr val="D5A6BD"/>
              </a:gs>
              <a:gs pos="100000">
                <a:srgbClr val="E06666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2500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250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9"/>
          <p:cNvSpPr txBox="1"/>
          <p:nvPr/>
        </p:nvSpPr>
        <p:spPr>
          <a:xfrm>
            <a:off x="645100" y="526100"/>
            <a:ext cx="27183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Happy Poagy conversation</a:t>
            </a:r>
            <a:endParaRPr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7" name="Google Shape;497;p59"/>
          <p:cNvSpPr txBox="1"/>
          <p:nvPr/>
        </p:nvSpPr>
        <p:spPr>
          <a:xfrm>
            <a:off x="695200" y="908125"/>
            <a:ext cx="2618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Protect the pantry from the poags!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498" name="Google Shape;498;p59"/>
          <p:cNvSpPr/>
          <p:nvPr/>
        </p:nvSpPr>
        <p:spPr>
          <a:xfrm>
            <a:off x="654400" y="3438375"/>
            <a:ext cx="2699700" cy="976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DECDB"/>
              </a:gs>
              <a:gs pos="100000">
                <a:srgbClr val="F0A96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Oswald"/>
                <a:ea typeface="Oswald"/>
                <a:cs typeface="Oswald"/>
                <a:sym typeface="Oswald"/>
              </a:rPr>
              <a:t>Play!</a:t>
            </a:r>
            <a:endParaRPr>
              <a:solidFill>
                <a:srgbClr val="FF00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99" name="Google Shape;499;p59"/>
          <p:cNvSpPr txBox="1"/>
          <p:nvPr/>
        </p:nvSpPr>
        <p:spPr>
          <a:xfrm>
            <a:off x="0" y="-6275"/>
            <a:ext cx="1847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Early title screen. Not for final </a:t>
            </a:r>
            <a:r>
              <a:rPr lang="en" sz="600">
                <a:solidFill>
                  <a:schemeClr val="dk2"/>
                </a:solidFill>
              </a:rPr>
              <a:t>release.</a:t>
            </a:r>
            <a:endParaRPr sz="600">
              <a:solidFill>
                <a:schemeClr val="dk2"/>
              </a:solidFill>
            </a:endParaRPr>
          </a:p>
        </p:txBody>
      </p:sp>
      <p:pic>
        <p:nvPicPr>
          <p:cNvPr id="500" name="Google Shape;500;p59" title="poagypantrydefense-pantry.jpg"/>
          <p:cNvPicPr preferRelativeResize="0"/>
          <p:nvPr/>
        </p:nvPicPr>
        <p:blipFill rotWithShape="1">
          <a:blip r:embed="rId3">
            <a:alphaModFix/>
          </a:blip>
          <a:srcRect b="0" l="22949" r="21579" t="0"/>
          <a:stretch/>
        </p:blipFill>
        <p:spPr>
          <a:xfrm>
            <a:off x="5290575" y="462150"/>
            <a:ext cx="3120650" cy="4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59" title="littlepoagy-annoye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1700" y="2960628"/>
            <a:ext cx="1058750" cy="145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59" title="littlepoagy-confused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515721" y="3265652"/>
            <a:ext cx="1058750" cy="1454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