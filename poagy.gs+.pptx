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y="5143500" cx="9144000"/>
  <p:notesSz cx="6858000" cy="9144000"/>
  <p:embeddedFontLst>
    <p:embeddedFont>
      <p:font typeface="Inter"/>
      <p:regular r:id="rId35"/>
      <p:bold r:id="rId36"/>
      <p:italic r:id="rId37"/>
      <p:boldItalic r:id="rId38"/>
    </p:embeddedFont>
    <p:embeddedFont>
      <p:font typeface="Pacifico"/>
      <p:regular r:id="rId39"/>
    </p:embeddedFont>
    <p:embeddedFont>
      <p:font typeface="Lexend"/>
      <p:regular r:id="rId40"/>
      <p:bold r:id="rId41"/>
    </p:embeddedFont>
    <p:embeddedFont>
      <p:font typeface="Oswald"/>
      <p:regular r:id="rId42"/>
      <p:bold r:id="rId43"/>
    </p:embeddedFont>
    <p:embeddedFont>
      <p:font typeface="Inter ExtraLight"/>
      <p:regular r:id="rId44"/>
      <p:bold r:id="rId45"/>
      <p:italic r:id="rId46"/>
      <p:boldItalic r:id="rId47"/>
    </p:embeddedFont>
    <p:embeddedFont>
      <p:font typeface="Comic Relief"/>
      <p:regular r:id="rId48"/>
      <p:bold r:id="rId4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Lexend-regular.fntdata"/><Relationship Id="rId42" Type="http://schemas.openxmlformats.org/officeDocument/2006/relationships/font" Target="fonts/Oswald-regular.fntdata"/><Relationship Id="rId41" Type="http://schemas.openxmlformats.org/officeDocument/2006/relationships/font" Target="fonts/Lexend-bold.fntdata"/><Relationship Id="rId44" Type="http://schemas.openxmlformats.org/officeDocument/2006/relationships/font" Target="fonts/InterExtraLight-regular.fntdata"/><Relationship Id="rId43" Type="http://schemas.openxmlformats.org/officeDocument/2006/relationships/font" Target="fonts/Oswald-bold.fntdata"/><Relationship Id="rId46" Type="http://schemas.openxmlformats.org/officeDocument/2006/relationships/font" Target="fonts/InterExtraLight-italic.fntdata"/><Relationship Id="rId45" Type="http://schemas.openxmlformats.org/officeDocument/2006/relationships/font" Target="fonts/InterExtraLight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ComicRelief-regular.fntdata"/><Relationship Id="rId47" Type="http://schemas.openxmlformats.org/officeDocument/2006/relationships/font" Target="fonts/InterExtraLight-boldItalic.fntdata"/><Relationship Id="rId49" Type="http://schemas.openxmlformats.org/officeDocument/2006/relationships/font" Target="fonts/ComicRelief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font" Target="fonts/Inter-regular.fntdata"/><Relationship Id="rId34" Type="http://schemas.openxmlformats.org/officeDocument/2006/relationships/slide" Target="slides/slide28.xml"/><Relationship Id="rId37" Type="http://schemas.openxmlformats.org/officeDocument/2006/relationships/font" Target="fonts/Inter-italic.fntdata"/><Relationship Id="rId36" Type="http://schemas.openxmlformats.org/officeDocument/2006/relationships/font" Target="fonts/Inter-bold.fntdata"/><Relationship Id="rId39" Type="http://schemas.openxmlformats.org/officeDocument/2006/relationships/font" Target="fonts/Pacifico-regular.fntdata"/><Relationship Id="rId38" Type="http://schemas.openxmlformats.org/officeDocument/2006/relationships/font" Target="fonts/Inter-boldItalic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h194a4fe9424dd655_6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h194a4fe9424dd655_6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h194a4fe9424dd655_6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h194a4fe9424dd655_6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h166a1cf4b5e368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h166a1cf4b5e368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h166a1cf4b5e3685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h166a1cf4b5e3685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h166a1cf4b5e3685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h166a1cf4b5e3685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…ok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h166a1cf4b5e3685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h166a1cf4b5e3685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Christmas?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h166a1cf4b5e3685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h166a1cf4b5e368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h166a1cf4b5e36852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h166a1cf4b5e368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h166a1cf4b5e3685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h166a1cf4b5e3685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Why?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h166a1cf4b5e3685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h166a1cf4b5e3685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movies do you like?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h166a1cf4b5e36852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h166a1cf4b5e3685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9" name="Google Shape;389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8" name="Google Shape;398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0" name="Google Shape;440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9" name="Google Shape;459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8" name="Google Shape;478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h7af89712a75b0a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h7af89712a75b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Title screen test for </a:t>
            </a:r>
            <a:r>
              <a:rPr lang="en"/>
              <a:t>Happy Poagy conversation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6.png"/><Relationship Id="rId1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8.xml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image" Target="../media/image3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2.xml"/><Relationship Id="rId10" Type="http://schemas.openxmlformats.org/officeDocument/2006/relationships/slide" Target="/ppt/slides/slide3.xml"/><Relationship Id="rId13" Type="http://schemas.openxmlformats.org/officeDocument/2006/relationships/slide" Target="/ppt/slides/slide2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1.xml"/><Relationship Id="rId15" Type="http://schemas.openxmlformats.org/officeDocument/2006/relationships/slide" Target="/ppt/slides/slide6.xml"/><Relationship Id="rId14" Type="http://schemas.openxmlformats.org/officeDocument/2006/relationships/image" Target="../media/image17.png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8.xml"/><Relationship Id="rId8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.xml"/><Relationship Id="rId13" Type="http://schemas.openxmlformats.org/officeDocument/2006/relationships/slide" Target="/ppt/slides/slide3.xml"/><Relationship Id="rId12" Type="http://schemas.openxmlformats.org/officeDocument/2006/relationships/slide" Target="/ppt/slides/slide1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4.xml"/><Relationship Id="rId15" Type="http://schemas.openxmlformats.org/officeDocument/2006/relationships/slide" Target="/ppt/slides/slide6.xml"/><Relationship Id="rId14" Type="http://schemas.openxmlformats.org/officeDocument/2006/relationships/image" Target="../media/image17.png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8.xml"/><Relationship Id="rId8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1.xml"/><Relationship Id="rId10" Type="http://schemas.openxmlformats.org/officeDocument/2006/relationships/slide" Target="/ppt/slides/slide1.xml"/><Relationship Id="rId13" Type="http://schemas.openxmlformats.org/officeDocument/2006/relationships/slide" Target="/ppt/slides/slide4.xml"/><Relationship Id="rId12" Type="http://schemas.openxmlformats.org/officeDocument/2006/relationships/slide" Target="/ppt/slides/slide5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2.xml"/><Relationship Id="rId15" Type="http://schemas.openxmlformats.org/officeDocument/2006/relationships/slide" Target="/ppt/slides/slide6.xml"/><Relationship Id="rId14" Type="http://schemas.openxmlformats.org/officeDocument/2006/relationships/image" Target="../media/image17.png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8.xml"/><Relationship Id="rId8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21.xml"/><Relationship Id="rId13" Type="http://schemas.openxmlformats.org/officeDocument/2006/relationships/slide" Target="/ppt/slides/slide5.xml"/><Relationship Id="rId12" Type="http://schemas.openxmlformats.org/officeDocument/2006/relationships/slide" Target="/ppt/slides/slide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1.xml"/><Relationship Id="rId15" Type="http://schemas.openxmlformats.org/officeDocument/2006/relationships/slide" Target="/ppt/slides/slide6.xml"/><Relationship Id="rId14" Type="http://schemas.openxmlformats.org/officeDocument/2006/relationships/image" Target="../media/image17.png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8.xml"/><Relationship Id="rId8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2.xml"/><Relationship Id="rId10" Type="http://schemas.openxmlformats.org/officeDocument/2006/relationships/slide" Target="/ppt/slides/slide7.xml"/><Relationship Id="rId13" Type="http://schemas.openxmlformats.org/officeDocument/2006/relationships/slide" Target="/ppt/slides/slide4.xml"/><Relationship Id="rId12" Type="http://schemas.openxmlformats.org/officeDocument/2006/relationships/slide" Target="/ppt/slides/slide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1.xml"/><Relationship Id="rId15" Type="http://schemas.openxmlformats.org/officeDocument/2006/relationships/image" Target="../media/image17.png"/><Relationship Id="rId14" Type="http://schemas.openxmlformats.org/officeDocument/2006/relationships/slide" Target="/ppt/slides/slide6.xml"/><Relationship Id="rId16" Type="http://schemas.openxmlformats.org/officeDocument/2006/relationships/slide" Target="/ppt/slides/slide4.xml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8.xml"/><Relationship Id="rId8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3.xml"/><Relationship Id="rId10" Type="http://schemas.openxmlformats.org/officeDocument/2006/relationships/slide" Target="/ppt/slides/slide6.xml"/><Relationship Id="rId13" Type="http://schemas.openxmlformats.org/officeDocument/2006/relationships/slide" Target="/ppt/slides/slide2.xml"/><Relationship Id="rId12" Type="http://schemas.openxmlformats.org/officeDocument/2006/relationships/slide" Target="/ppt/slides/slide1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1.xml"/><Relationship Id="rId15" Type="http://schemas.openxmlformats.org/officeDocument/2006/relationships/slide" Target="/ppt/slides/slide7.xml"/><Relationship Id="rId14" Type="http://schemas.openxmlformats.org/officeDocument/2006/relationships/slide" Target="/ppt/slides/slide4.xml"/><Relationship Id="rId17" Type="http://schemas.openxmlformats.org/officeDocument/2006/relationships/slide" Target="/ppt/slides/slide4.xml"/><Relationship Id="rId16" Type="http://schemas.openxmlformats.org/officeDocument/2006/relationships/image" Target="../media/image17.png"/><Relationship Id="rId5" Type="http://schemas.openxmlformats.org/officeDocument/2006/relationships/slide" Target="/ppt/slides/slide9.xml"/><Relationship Id="rId6" Type="http://schemas.openxmlformats.org/officeDocument/2006/relationships/image" Target="../media/image5.png"/><Relationship Id="rId7" Type="http://schemas.openxmlformats.org/officeDocument/2006/relationships/slide" Target="/ppt/slides/slide8.xml"/><Relationship Id="rId8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8.xml"/><Relationship Id="rId10" Type="http://schemas.openxmlformats.org/officeDocument/2006/relationships/image" Target="../media/image6.png"/><Relationship Id="rId1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5.png"/><Relationship Id="rId9" Type="http://schemas.openxmlformats.org/officeDocument/2006/relationships/slide" Target="/ppt/slides/slide8.xml"/><Relationship Id="rId5" Type="http://schemas.openxmlformats.org/officeDocument/2006/relationships/image" Target="../media/image3.png"/><Relationship Id="rId6" Type="http://schemas.openxmlformats.org/officeDocument/2006/relationships/hyperlink" Target="http://poagygs.blogspot.com" TargetMode="External"/><Relationship Id="rId7" Type="http://schemas.openxmlformats.org/officeDocument/2006/relationships/slide" Target="/ppt/slides/slide1.xml"/><Relationship Id="rId8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9.xml"/><Relationship Id="rId10" Type="http://schemas.openxmlformats.org/officeDocument/2006/relationships/image" Target="../media/image6.png"/><Relationship Id="rId1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slide" Target="/ppt/slides/slide1.xml"/><Relationship Id="rId4" Type="http://schemas.openxmlformats.org/officeDocument/2006/relationships/image" Target="../media/image5.png"/><Relationship Id="rId9" Type="http://schemas.openxmlformats.org/officeDocument/2006/relationships/slide" Target="/ppt/slides/slide8.xml"/><Relationship Id="rId5" Type="http://schemas.openxmlformats.org/officeDocument/2006/relationships/image" Target="../media/image3.png"/><Relationship Id="rId6" Type="http://schemas.openxmlformats.org/officeDocument/2006/relationships/slide" Target="/ppt/slides/slide1.xml"/><Relationship Id="rId7" Type="http://schemas.openxmlformats.org/officeDocument/2006/relationships/slide" Target="/ppt/slides/slide10.xml"/><Relationship Id="rId8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0.xml"/><Relationship Id="rId10" Type="http://schemas.openxmlformats.org/officeDocument/2006/relationships/image" Target="../media/image6.png"/><Relationship Id="rId12" Type="http://schemas.openxmlformats.org/officeDocument/2006/relationships/image" Target="../media/image17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slide" Target="/ppt/slides/slide1.xml"/><Relationship Id="rId4" Type="http://schemas.openxmlformats.org/officeDocument/2006/relationships/image" Target="../media/image5.png"/><Relationship Id="rId9" Type="http://schemas.openxmlformats.org/officeDocument/2006/relationships/slide" Target="/ppt/slides/slide8.xml"/><Relationship Id="rId5" Type="http://schemas.openxmlformats.org/officeDocument/2006/relationships/image" Target="../media/image3.png"/><Relationship Id="rId6" Type="http://schemas.openxmlformats.org/officeDocument/2006/relationships/slide" Target="/ppt/slides/slide1.xml"/><Relationship Id="rId7" Type="http://schemas.openxmlformats.org/officeDocument/2006/relationships/slide" Target="/ppt/slides/slide9.xml"/><Relationship Id="rId8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9.png"/><Relationship Id="rId10" Type="http://schemas.openxmlformats.org/officeDocument/2006/relationships/image" Target="../media/image10.png"/><Relationship Id="rId13" Type="http://schemas.openxmlformats.org/officeDocument/2006/relationships/image" Target="../media/image6.png"/><Relationship Id="rId12" Type="http://schemas.openxmlformats.org/officeDocument/2006/relationships/slide" Target="/ppt/slides/slide8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17.png"/><Relationship Id="rId14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12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slide" Target="/ppt/slides/slide13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Relationship Id="rId4" Type="http://schemas.openxmlformats.org/officeDocument/2006/relationships/slide" Target="/ppt/slides/slide14.xml"/><Relationship Id="rId5" Type="http://schemas.openxmlformats.org/officeDocument/2006/relationships/slide" Target="/ppt/slides/slide18.xml"/><Relationship Id="rId6" Type="http://schemas.openxmlformats.org/officeDocument/2006/relationships/image" Target="../media/image8.png"/><Relationship Id="rId7" Type="http://schemas.openxmlformats.org/officeDocument/2006/relationships/slide" Target="/ppt/slides/slide2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slide" Target="/ppt/slides/slide17.xml"/><Relationship Id="rId5" Type="http://schemas.openxmlformats.org/officeDocument/2006/relationships/slide" Target="/ppt/slides/slide15.xml"/><Relationship Id="rId6" Type="http://schemas.openxmlformats.org/officeDocument/2006/relationships/image" Target="../media/image8.png"/><Relationship Id="rId7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Relationship Id="rId4" Type="http://schemas.openxmlformats.org/officeDocument/2006/relationships/slide" Target="/ppt/slides/slide16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jpg"/><Relationship Id="rId4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Relationship Id="rId4" Type="http://schemas.openxmlformats.org/officeDocument/2006/relationships/slide" Target="/ppt/slides/slide2.xml"/><Relationship Id="rId5" Type="http://schemas.openxmlformats.org/officeDocument/2006/relationships/slide" Target="/ppt/slides/slide2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slide" Target="/ppt/slides/slide19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jpg"/><Relationship Id="rId4" Type="http://schemas.openxmlformats.org/officeDocument/2006/relationships/slide" Target="/ppt/slides/slide20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jpg"/><Relationship Id="rId4" Type="http://schemas.openxmlformats.org/officeDocument/2006/relationships/slide" Target="/ppt/slides/slide2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slide" Target="/ppt/slides/slide2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slide" Target="/ppt/slides/slide23.xml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jpg"/><Relationship Id="rId4" Type="http://schemas.openxmlformats.org/officeDocument/2006/relationships/slide" Target="/ppt/slides/slide24.xml"/><Relationship Id="rId5" Type="http://schemas.openxmlformats.org/officeDocument/2006/relationships/slide" Target="/ppt/slides/slide25.xml"/><Relationship Id="rId6" Type="http://schemas.openxmlformats.org/officeDocument/2006/relationships/slide" Target="/ppt/slides/slide26.xml"/><Relationship Id="rId7" Type="http://schemas.openxmlformats.org/officeDocument/2006/relationships/slide" Target="/ppt/slides/slide27.xml"/><Relationship Id="rId8" Type="http://schemas.openxmlformats.org/officeDocument/2006/relationships/slide" Target="/ppt/slides/slide2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6.jpg"/><Relationship Id="rId4" Type="http://schemas.openxmlformats.org/officeDocument/2006/relationships/slide" Target="/ppt/slides/slide21.xml"/><Relationship Id="rId5" Type="http://schemas.openxmlformats.org/officeDocument/2006/relationships/slide" Target="/ppt/slides/slide2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jpg"/><Relationship Id="rId4" Type="http://schemas.openxmlformats.org/officeDocument/2006/relationships/slide" Target="/ppt/slides/slide21.xml"/><Relationship Id="rId5" Type="http://schemas.openxmlformats.org/officeDocument/2006/relationships/slide" Target="/ppt/slides/slide2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6.jpg"/><Relationship Id="rId4" Type="http://schemas.openxmlformats.org/officeDocument/2006/relationships/slide" Target="/ppt/slides/slide21.xml"/><Relationship Id="rId5" Type="http://schemas.openxmlformats.org/officeDocument/2006/relationships/slide" Target="/ppt/slides/slide2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jpg"/><Relationship Id="rId4" Type="http://schemas.openxmlformats.org/officeDocument/2006/relationships/slide" Target="/ppt/slides/slide21.xml"/><Relationship Id="rId5" Type="http://schemas.openxmlformats.org/officeDocument/2006/relationships/slide" Target="/ppt/slides/slide2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/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5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4E5F5"/>
              </a:gs>
              <a:gs pos="100000">
                <a:srgbClr val="70A4D5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1 new games added to </a:t>
            </a:r>
            <a:r>
              <a:rPr lang="en"/>
              <a:t>catalog</a:t>
            </a:r>
            <a:r>
              <a:rPr lang="en"/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5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6" name="Google Shape;106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25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Google Shape;114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6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20" name="Google Shape;120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2" name="Google Shape;122;p26">
            <a:hlinkClick action="ppaction://hlinksldjump" r:id="rId9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3" name="Google Shape;123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4" name="Google Shape;124;p26">
            <a:hlinkClick action="ppaction://hlinksldjump" r:id="rId10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5" name="Google Shape;125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26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27" name="Google Shape;127;p26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28" name="Google Shape;128;p26">
            <a:hlinkClick action="ppaction://hlinksldjump" r:id="rId12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29" name="Google Shape;129;p26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6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31" name="Google Shape;131;p26">
            <a:hlinkClick action="ppaction://hlinksldjump" r:id="rId15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7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43" name="Google Shape;143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27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698631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45" name="Google Shape;145;p27">
            <a:hlinkClick action="ppaction://hlinksldjump" r:id="rId9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</a:t>
            </a:r>
            <a:r>
              <a:rPr lang="en" sz="1200"/>
              <a:t>ltra realistic poagy getting lost simulator</a:t>
            </a:r>
            <a:endParaRPr sz="1200"/>
          </a:p>
        </p:txBody>
      </p:sp>
      <p:sp>
        <p:nvSpPr>
          <p:cNvPr id="146" name="Google Shape;146;p27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7" name="Google Shape;147;p27">
            <a:hlinkClick action="ppaction://hlinksldjump" r:id="rId11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8" name="Google Shape;148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49" name="Google Shape;149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27">
            <a:hlinkClick action="ppaction://hlinksldjump" r:id="rId12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51" name="Google Shape;151;p27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53" name="Google Shape;153;p27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Crash a Poagy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54" name="Google Shape;154;p27">
            <a:hlinkClick action="ppaction://hlinksldjump" r:id="rId15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0" name="Google Shape;160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8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66" name="Google Shape;166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7" name="Google Shape;167;p28">
            <a:hlinkClick action="ppaction://hlinksldjump" r:id="rId9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68" name="Google Shape;168;p28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69" name="Google Shape;169;p28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70" name="Google Shape;170;p28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71" name="Google Shape;171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72" name="Google Shape;172;p28">
            <a:hlinkClick action="ppaction://hlinksldjump" r:id="rId12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73" name="Google Shape;173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4" name="Google Shape;174;p28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8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76" name="Google Shape;176;p28">
            <a:hlinkClick action="ppaction://hlinksldjump" r:id="rId15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2" name="Google Shape;182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9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88" name="Google Shape;188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29">
            <a:hlinkClick action="ppaction://hlinksldjump" r:id="rId9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90" name="Google Shape;190;p29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91" name="Google Shape;191;p29">
            <a:hlinkClick action="ppaction://hlinksldjump" r:id="rId11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92" name="Google Shape;192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93" name="Google Shape;193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29">
            <a:hlinkClick action="ppaction://hlinksldjump" r:id="rId12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95" name="Google Shape;195;p29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96" name="Google Shape;196;p29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9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98" name="Google Shape;198;p29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y</a:t>
            </a:r>
            <a:r>
              <a:rPr lang="en" sz="1200"/>
              <a:t>our did it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99" name="Google Shape;199;p29">
            <a:hlinkClick action="ppaction://hlinksldjump" r:id="rId15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" name="Google Shape;205;p30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30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30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30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0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30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11" name="Google Shape;211;p30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2" name="Google Shape;212;p30">
            <a:hlinkClick action="ppaction://hlinksldjump" r:id="rId9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13" name="Google Shape;213;p30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14" name="Google Shape;214;p30">
            <a:hlinkClick action="ppaction://hlinksldjump" r:id="rId10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15" name="Google Shape;215;p30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30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17" name="Google Shape;217;p30">
            <a:hlinkClick action="ppaction://hlinksldjump" r:id="rId12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18" name="Google Shape;218;p30">
            <a:hlinkClick action="ppaction://hlinksldjump" r:id="rId13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19" name="Google Shape;219;p30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30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221" name="Google Shape;221;p30">
            <a:hlinkClick action="ppaction://hlinksldjump" r:id="rId16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" name="Google Shape;227;p31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1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31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31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31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33" name="Google Shape;233;p31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31">
            <a:hlinkClick action="ppaction://hlinksldjump" r:id="rId9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35" name="Google Shape;235;p31">
            <a:hlinkClick action="ppaction://hlinksldjump" r:id="rId10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36" name="Google Shape;236;p31">
            <a:hlinkClick action="ppaction://hlinksldjump" r:id="rId11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37" name="Google Shape;237;p31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31">
            <a:hlinkClick action="ppaction://hlinksldjump" r:id="rId12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39" name="Google Shape;239;p31">
            <a:hlinkClick action="ppaction://hlinksldjump" r:id="rId13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40" name="Google Shape;240;p31">
            <a:hlinkClick action="ppaction://hlinksldjump" r:id="rId14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41" name="Google Shape;241;p31">
            <a:hlinkClick action="ppaction://hlinksldjump" r:id="rId15"/>
          </p:cNvPr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1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243" name="Google Shape;243;p31">
            <a:hlinkClick action="ppaction://hlinksldjump" r:id="rId17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2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2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The news page isn’t finished yet.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In the meantime, check out our </a:t>
            </a:r>
            <a:r>
              <a:rPr lang="en" sz="1200" u="sng">
                <a:solidFill>
                  <a:schemeClr val="hlink"/>
                </a:solidFill>
                <a:latin typeface="Comic Relief"/>
                <a:ea typeface="Comic Relief"/>
                <a:cs typeface="Comic Relief"/>
                <a:sym typeface="Comic Relief"/>
                <a:hlinkClick r:id="rId6"/>
              </a:rPr>
              <a:t>blog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!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52" name="Google Shape;252;p32">
            <a:hlinkClick action="ppaction://hlinksldjump" r:id="rId7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News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pic>
        <p:nvPicPr>
          <p:cNvPr id="253" name="Google Shape;253;p32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32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32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1" name="Google Shape;261;p33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33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33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2026.1013.2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14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Fix some UI bugs.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(20261013.1):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Add game source &amp; colors for certain games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64" name="Google Shape;264;p33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65" name="Google Shape;265;p33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66" name="Google Shape;266;p33">
            <a:hlinkClick action="ppaction://hlinksldjump" r:id="rId7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67" name="Google Shape;267;p33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33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33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4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5" name="Google Shape;275;p34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34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4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78" name="Google Shape;278;p34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79" name="Google Shape;279;p34">
            <a:hlinkClick action="ppaction://hlinksldjump" r:id="rId7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80" name="Google Shape;280;p34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81" name="Google Shape;281;p34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34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4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9" name="Google Shape;28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5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35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92" name="Google Shape;292;p35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5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294" name="Google Shape;294;p35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295" name="Google Shape;295;p35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296" name="Google Shape;296;p35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297" name="Google Shape;297;p35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35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35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35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2026.1013.1-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301" name="Google Shape;301;p35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02" name="Google Shape;302;p35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5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6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09" name="Google Shape;309;p36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Hi!</a:t>
            </a:r>
            <a:endParaRPr sz="1200"/>
          </a:p>
        </p:txBody>
      </p:sp>
      <p:sp>
        <p:nvSpPr>
          <p:cNvPr id="310" name="Google Shape;310;p36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Hi</a:t>
            </a:r>
            <a:endParaRPr sz="1000"/>
          </a:p>
        </p:txBody>
      </p:sp>
      <p:pic>
        <p:nvPicPr>
          <p:cNvPr id="311" name="Google Shape;311;p36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36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7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18" name="Google Shape;318;p37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You know, my name is Poagy!</a:t>
            </a:r>
            <a:endParaRPr sz="1200"/>
          </a:p>
        </p:txBody>
      </p:sp>
      <p:sp>
        <p:nvSpPr>
          <p:cNvPr id="319" name="Google Shape;319;p37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…ok</a:t>
            </a:r>
            <a:endParaRPr sz="1000"/>
          </a:p>
        </p:txBody>
      </p:sp>
      <p:sp>
        <p:nvSpPr>
          <p:cNvPr id="320" name="Google Shape;320;p37">
            <a:hlinkClick action="ppaction://hlinksldjump" r:id="rId5"/>
          </p:cNvPr>
          <p:cNvSpPr/>
          <p:nvPr/>
        </p:nvSpPr>
        <p:spPr>
          <a:xfrm>
            <a:off x="7795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Why?</a:t>
            </a:r>
            <a:endParaRPr sz="1000"/>
          </a:p>
        </p:txBody>
      </p:sp>
      <p:pic>
        <p:nvPicPr>
          <p:cNvPr id="321" name="Google Shape;321;p37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37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8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28" name="Google Shape;328;p38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…</a:t>
            </a:r>
            <a:endParaRPr sz="1200"/>
          </a:p>
        </p:txBody>
      </p:sp>
      <p:sp>
        <p:nvSpPr>
          <p:cNvPr id="329" name="Google Shape;329;p38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</a:t>
            </a:r>
            <a:endParaRPr sz="1000"/>
          </a:p>
        </p:txBody>
      </p:sp>
      <p:sp>
        <p:nvSpPr>
          <p:cNvPr id="330" name="Google Shape;330;p38">
            <a:hlinkClick action="ppaction://hlinksldjump" r:id="rId5"/>
          </p:cNvPr>
          <p:cNvSpPr/>
          <p:nvPr/>
        </p:nvSpPr>
        <p:spPr>
          <a:xfrm>
            <a:off x="8109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Christmas?</a:t>
            </a:r>
            <a:endParaRPr sz="600"/>
          </a:p>
        </p:txBody>
      </p:sp>
      <p:pic>
        <p:nvPicPr>
          <p:cNvPr id="331" name="Google Shape;331;p38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38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9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38" name="Google Shape;338;p39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Yeah, you know, I heard of another poag called “Christmas Poagy”. I remember when I met him for the first time we-</a:t>
            </a:r>
            <a:endParaRPr sz="1200"/>
          </a:p>
        </p:txBody>
      </p:sp>
      <p:sp>
        <p:nvSpPr>
          <p:cNvPr id="339" name="Google Shape;339;p39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Next</a:t>
            </a:r>
            <a:endParaRPr b="1" sz="1000"/>
          </a:p>
        </p:txBody>
      </p:sp>
      <p:pic>
        <p:nvPicPr>
          <p:cNvPr id="340" name="Google Shape;340;p39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39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0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Sorry, but we ran out of budget for this.</a:t>
            </a:r>
            <a:endParaRPr i="1" sz="1200"/>
          </a:p>
        </p:txBody>
      </p:sp>
      <p:sp>
        <p:nvSpPr>
          <p:cNvPr id="347" name="Google Shape;347;p40"/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Cya</a:t>
            </a:r>
            <a:endParaRPr b="1" sz="1000"/>
          </a:p>
        </p:txBody>
      </p:sp>
      <p:sp>
        <p:nvSpPr>
          <p:cNvPr id="348" name="Google Shape;348;p40">
            <a:hlinkClick action="ppaction://hlinksldjump" r:id="rId4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41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just leaves.</a:t>
            </a:r>
            <a:endParaRPr i="1" sz="1200"/>
          </a:p>
        </p:txBody>
      </p:sp>
      <p:sp>
        <p:nvSpPr>
          <p:cNvPr id="354" name="Google Shape;354;p41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Cya</a:t>
            </a:r>
            <a:endParaRPr sz="1000"/>
          </a:p>
        </p:txBody>
      </p:sp>
      <p:sp>
        <p:nvSpPr>
          <p:cNvPr id="355" name="Google Shape;355;p41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42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61" name="Google Shape;361;p42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I mean, if you think that I’m basically the default poagy (I’m not btw), then that’s why.</a:t>
            </a:r>
            <a:endParaRPr sz="1200"/>
          </a:p>
        </p:txBody>
      </p:sp>
      <p:sp>
        <p:nvSpPr>
          <p:cNvPr id="362" name="Google Shape;362;p42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What movies do you like?</a:t>
            </a:r>
            <a:endParaRPr sz="800"/>
          </a:p>
        </p:txBody>
      </p:sp>
      <p:pic>
        <p:nvPicPr>
          <p:cNvPr id="363" name="Google Shape;363;p42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42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3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70" name="Google Shape;370;p43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Some of my favorites movies are </a:t>
            </a:r>
            <a:endParaRPr sz="1200"/>
          </a:p>
        </p:txBody>
      </p:sp>
      <p:sp>
        <p:nvSpPr>
          <p:cNvPr id="371" name="Google Shape;371;p43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Next</a:t>
            </a:r>
            <a:endParaRPr sz="800"/>
          </a:p>
        </p:txBody>
      </p:sp>
      <p:sp>
        <p:nvSpPr>
          <p:cNvPr descr="a green screen with a bunch of error messages on it (Provided by Tenor)" id="372" name="Google Shape;372;p43"/>
          <p:cNvSpPr/>
          <p:nvPr/>
        </p:nvSpPr>
        <p:spPr>
          <a:xfrm>
            <a:off x="6300775" y="4628162"/>
            <a:ext cx="794441" cy="446675"/>
          </a:xfrm>
          <a:prstGeom prst="rect">
            <a:avLst/>
          </a:prstGeom>
          <a:noFill/>
          <a:ln>
            <a:noFill/>
          </a:ln>
        </p:spPr>
      </p:sp>
      <p:pic>
        <p:nvPicPr>
          <p:cNvPr id="373" name="Google Shape;373;p43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43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4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80" name="Google Shape;380;p44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appears to have crashed… great job.</a:t>
            </a:r>
            <a:endParaRPr i="1" sz="1200"/>
          </a:p>
        </p:txBody>
      </p:sp>
      <p:sp>
        <p:nvSpPr>
          <p:cNvPr id="381" name="Google Shape;381;p44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Cya</a:t>
            </a:r>
            <a:endParaRPr sz="800"/>
          </a:p>
        </p:txBody>
      </p:sp>
      <p:sp>
        <p:nvSpPr>
          <p:cNvPr descr="a green screen with a bunch of error messages on it (Provided by Tenor)" id="382" name="Google Shape;382;p44"/>
          <p:cNvSpPr/>
          <p:nvPr/>
        </p:nvSpPr>
        <p:spPr>
          <a:xfrm>
            <a:off x="4281037" y="2571749"/>
            <a:ext cx="1038346" cy="583800"/>
          </a:xfrm>
          <a:prstGeom prst="rect">
            <a:avLst/>
          </a:prstGeom>
          <a:noFill/>
          <a:ln>
            <a:noFill/>
          </a:ln>
        </p:spPr>
      </p:sp>
      <p:pic>
        <p:nvPicPr>
          <p:cNvPr id="383" name="Google Shape;383;p44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p44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44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</a:t>
            </a:r>
            <a:r>
              <a:rPr lang="en"/>
              <a:t>Crash a Poagy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44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3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3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45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45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45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45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45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46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6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46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46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47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47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47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1" name="Google Shape;411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47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7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7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47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47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7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47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8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8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8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48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7" name="Google Shape;427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48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48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48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48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8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3" name="Google Shape;433;p48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434" name="Google Shape;434;p48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48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36" name="Google Shape;436;p48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48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9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49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4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6" name="Google Shape;446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47" name="Google Shape;447;p4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49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49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49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49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52" name="Google Shape;452;p49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453" name="Google Shape;453;p49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49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55" name="Google Shape;455;p49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50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50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50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50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50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50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50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50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50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71" name="Google Shape;471;p50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472" name="Google Shape;472;p50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50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4" name="Google Shape;474;p50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50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51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51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51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1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4" name="Google Shape;484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51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51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51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51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1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90" name="Google Shape;490;p51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491" name="Google Shape;491;p51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51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3" name="Google Shape;493;p51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1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51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your did 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4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4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52"/>
          <p:cNvSpPr txBox="1"/>
          <p:nvPr/>
        </p:nvSpPr>
        <p:spPr>
          <a:xfrm>
            <a:off x="645100" y="526100"/>
            <a:ext cx="271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Happy Poagy conversation</a:t>
            </a:r>
            <a:endParaRPr sz="1800">
              <a:solidFill>
                <a:schemeClr val="dk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01" name="Google Shape;501;p52"/>
          <p:cNvSpPr txBox="1"/>
          <p:nvPr/>
        </p:nvSpPr>
        <p:spPr>
          <a:xfrm>
            <a:off x="695200" y="908125"/>
            <a:ext cx="26181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Protect the pantry from the poags!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502" name="Google Shape;502;p52"/>
          <p:cNvSpPr/>
          <p:nvPr/>
        </p:nvSpPr>
        <p:spPr>
          <a:xfrm>
            <a:off x="654400" y="3438375"/>
            <a:ext cx="2699700" cy="9765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DECDB"/>
              </a:gs>
              <a:gs pos="100000">
                <a:srgbClr val="F0A963"/>
              </a:gs>
            </a:gsLst>
            <a:path path="circle">
              <a:fillToRect b="50%" l="50%" r="50%" t="50%"/>
            </a:path>
            <a:tileRect/>
          </a:gra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Oswald"/>
                <a:ea typeface="Oswald"/>
                <a:cs typeface="Oswald"/>
                <a:sym typeface="Oswald"/>
              </a:rPr>
              <a:t>Play!</a:t>
            </a:r>
            <a:endParaRPr>
              <a:solidFill>
                <a:srgbClr val="FF00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503" name="Google Shape;503;p52"/>
          <p:cNvSpPr txBox="1"/>
          <p:nvPr/>
        </p:nvSpPr>
        <p:spPr>
          <a:xfrm>
            <a:off x="0" y="-6275"/>
            <a:ext cx="1847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Early title screen. Not for final </a:t>
            </a:r>
            <a:r>
              <a:rPr lang="en" sz="600">
                <a:solidFill>
                  <a:schemeClr val="dk2"/>
                </a:solidFill>
              </a:rPr>
              <a:t>release.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504" name="Google Shape;504;p52" title="poagypantrydefense-pantry.jpg"/>
          <p:cNvPicPr preferRelativeResize="0"/>
          <p:nvPr/>
        </p:nvPicPr>
        <p:blipFill rotWithShape="1">
          <a:blip r:embed="rId3">
            <a:alphaModFix/>
          </a:blip>
          <a:srcRect b="0" l="22949" r="21579" t="0"/>
          <a:stretch/>
        </p:blipFill>
        <p:spPr>
          <a:xfrm>
            <a:off x="5290575" y="462150"/>
            <a:ext cx="3120650" cy="4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5" name="Google Shape;505;p52" title="littlepoagy-annoy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1700" y="2960628"/>
            <a:ext cx="1058750" cy="145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6" name="Google Shape;506;p52" title="littlepoagy-confused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515721" y="3265652"/>
            <a:ext cx="1058750" cy="1454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