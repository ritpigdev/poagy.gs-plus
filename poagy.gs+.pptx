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y="5143500" cx="9144000"/>
  <p:notesSz cx="6858000" cy="9144000"/>
  <p:embeddedFontLst>
    <p:embeddedFont>
      <p:font typeface="Inter"/>
      <p:regular r:id="rId38"/>
      <p:bold r:id="rId39"/>
      <p:italic r:id="rId40"/>
      <p:boldItalic r:id="rId41"/>
    </p:embeddedFont>
    <p:embeddedFont>
      <p:font typeface="Pacifico"/>
      <p:regular r:id="rId42"/>
    </p:embeddedFont>
    <p:embeddedFont>
      <p:font typeface="Lexend"/>
      <p:regular r:id="rId43"/>
      <p:bold r:id="rId44"/>
    </p:embeddedFont>
    <p:embeddedFont>
      <p:font typeface="Oswald"/>
      <p:regular r:id="rId45"/>
      <p:bold r:id="rId46"/>
    </p:embeddedFont>
    <p:embeddedFont>
      <p:font typeface="Inter ExtraLight"/>
      <p:regular r:id="rId47"/>
      <p:bold r:id="rId48"/>
      <p:italic r:id="rId49"/>
      <p:boldItalic r:id="rId50"/>
    </p:embeddedFont>
    <p:embeddedFont>
      <p:font typeface="Comic Relief"/>
      <p:regular r:id="rId51"/>
      <p:bold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nter-italic.fntdata"/><Relationship Id="rId42" Type="http://schemas.openxmlformats.org/officeDocument/2006/relationships/font" Target="fonts/Pacifico-regular.fntdata"/><Relationship Id="rId41" Type="http://schemas.openxmlformats.org/officeDocument/2006/relationships/font" Target="fonts/Inter-boldItalic.fntdata"/><Relationship Id="rId44" Type="http://schemas.openxmlformats.org/officeDocument/2006/relationships/font" Target="fonts/Lexend-bold.fntdata"/><Relationship Id="rId43" Type="http://schemas.openxmlformats.org/officeDocument/2006/relationships/font" Target="fonts/Lexend-regular.fntdata"/><Relationship Id="rId46" Type="http://schemas.openxmlformats.org/officeDocument/2006/relationships/font" Target="fonts/Oswald-bold.fntdata"/><Relationship Id="rId45" Type="http://schemas.openxmlformats.org/officeDocument/2006/relationships/font" Target="fonts/Oswald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font" Target="fonts/InterExtraLight-bold.fntdata"/><Relationship Id="rId47" Type="http://schemas.openxmlformats.org/officeDocument/2006/relationships/font" Target="fonts/InterExtraLight-regular.fntdata"/><Relationship Id="rId49" Type="http://schemas.openxmlformats.org/officeDocument/2006/relationships/font" Target="fonts/InterExtraLight-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font" Target="fonts/Inter-bold.fntdata"/><Relationship Id="rId38" Type="http://schemas.openxmlformats.org/officeDocument/2006/relationships/font" Target="fonts/Inter-regular.fntdata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ComicRelief-regular.fntdata"/><Relationship Id="rId50" Type="http://schemas.openxmlformats.org/officeDocument/2006/relationships/font" Target="fonts/InterExtraLight-boldItalic.fntdata"/><Relationship Id="rId52" Type="http://schemas.openxmlformats.org/officeDocument/2006/relationships/font" Target="fonts/ComicRelief-bold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42c0b5c93bfda51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h42c0b5c93bfda51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UI present on current slide: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legacy_bgservice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flame_menubar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flame_img/happypoagy.png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flame_mbicons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legacy_playbutton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h1bccd770e8caf32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h1bccd770e8caf32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flame_txt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flame_badges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flame_news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flame_gamecarousel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legacy_backbutton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legacy_altplaybutton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h2483a72d626482d5_7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h2483a72d626482d5_7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h1bccd770e8caf3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h1bccd770e8caf3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h2483a72d626482d5_7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3" name="Google Shape;183;h2483a72d626482d5_7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h194a4fe9424dd655_6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h194a4fe9424dd655_6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h194a4fe9424dd655_6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0" name="Google Shape;230;h194a4fe9424dd655_6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h2483a72d626482d5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3" name="Google Shape;253;h2483a72d626482d5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h42c0b5c93bfda51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h42c0b5c93bfda51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legacy_flyoutmenuservice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legacy_tabservice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h49b2884aecb4c890_4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h49b2884aecb4c890_4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Slide ID: newchangelog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flame_moderntitle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h42c0b5c93bfda515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" name="Google Shape;299;h42c0b5c93bfda515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legacy_flyoutmenuservice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legacy_tabservice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h42c0b5c93bfda515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5" name="Google Shape;315;h42c0b5c93bfda515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flame_img/happypoagy.png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flame_sidepanel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flame-spcontent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h63b3da3befb7e99b_217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7" name="Google Shape;337;h63b3da3befb7e99b_217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h166a1cf4b5e3685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h166a1cf4b5e3685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h166a1cf4b5e3685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h166a1cf4b5e3685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h166a1cf4b5e36852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h166a1cf4b5e3685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…ok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h166a1cf4b5e36852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h166a1cf4b5e36852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Christmas?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h166a1cf4b5e36852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h166a1cf4b5e3685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h166a1cf4b5e36852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h166a1cf4b5e36852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h166a1cf4b5e36852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h166a1cf4b5e36852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Why?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h166a1cf4b5e36852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h166a1cf4b5e36852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movies do you like?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h166a1cf4b5e36852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h166a1cf4b5e36852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h1bccd770e8caf32_0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5" name="Google Shape;435;h1bccd770e8caf32_0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h1bccd770e8caf32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4" name="Google Shape;444;h1bccd770e8caf32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h1bccd770e8caf32_0_2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2" name="Google Shape;452;h1bccd770e8caf32_0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h1bccd770e8caf32_0_2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7" name="Google Shape;467;h1bccd770e8caf32_0_2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h1bccd770e8caf32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6" name="Google Shape;486;h1bccd770e8caf32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h1bccd770e8caf32_0_2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5" name="Google Shape;505;h1bccd770e8caf32_0_2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h1bccd770e8caf32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4" name="Google Shape;524;h1bccd770e8caf32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h7af89712a75b0a2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h7af89712a75b0a2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Title screen test for </a:t>
            </a:r>
            <a:r>
              <a:rPr lang="en"/>
              <a:t>Happy Poagy conversation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h63b3da3befb7e99b_217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5" name="Google Shape;555;h63b3da3befb7e99b_217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8" name="Google Shape;58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9" name="Google Shape;59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2" name="Google Shape;6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0" name="Google Shape;70;p1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1" name="Google Shape;81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5" name="Google Shape;85;p2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6" name="Google Shape;86;p2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7" name="Google Shape;87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90" name="Google Shape;9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" name="Google Shape;93;p2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.xml"/><Relationship Id="rId10" Type="http://schemas.openxmlformats.org/officeDocument/2006/relationships/image" Target="../media/image7.png"/><Relationship Id="rId13" Type="http://schemas.openxmlformats.org/officeDocument/2006/relationships/slide" Target="/ppt/slides/slide8.xml"/><Relationship Id="rId12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slide" Target="/ppt/slides/slide12.xml"/><Relationship Id="rId4" Type="http://schemas.openxmlformats.org/officeDocument/2006/relationships/image" Target="../media/image2.png"/><Relationship Id="rId9" Type="http://schemas.openxmlformats.org/officeDocument/2006/relationships/slide" Target="/ppt/slides/slide13.xml"/><Relationship Id="rId14" Type="http://schemas.openxmlformats.org/officeDocument/2006/relationships/image" Target="../media/image5.png"/><Relationship Id="rId5" Type="http://schemas.openxmlformats.org/officeDocument/2006/relationships/slide" Target="/ppt/slides/slide9.xml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slide" Target="/ppt/slides/slide2.xml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.xml"/><Relationship Id="rId10" Type="http://schemas.openxmlformats.org/officeDocument/2006/relationships/slide" Target="/ppt/slides/slide4.xml"/><Relationship Id="rId13" Type="http://schemas.openxmlformats.org/officeDocument/2006/relationships/slide" Target="/ppt/slides/slide6.xml"/><Relationship Id="rId12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slide" Target="/ppt/slides/slide12.xml"/><Relationship Id="rId4" Type="http://schemas.openxmlformats.org/officeDocument/2006/relationships/image" Target="../media/image2.png"/><Relationship Id="rId9" Type="http://schemas.openxmlformats.org/officeDocument/2006/relationships/slide" Target="/ppt/slides/slide14.xml"/><Relationship Id="rId15" Type="http://schemas.openxmlformats.org/officeDocument/2006/relationships/image" Target="../media/image7.png"/><Relationship Id="rId14" Type="http://schemas.openxmlformats.org/officeDocument/2006/relationships/slide" Target="/ppt/slides/slide13.xml"/><Relationship Id="rId17" Type="http://schemas.openxmlformats.org/officeDocument/2006/relationships/image" Target="../media/image5.png"/><Relationship Id="rId16" Type="http://schemas.openxmlformats.org/officeDocument/2006/relationships/slide" Target="/ppt/slides/slide8.xml"/><Relationship Id="rId5" Type="http://schemas.openxmlformats.org/officeDocument/2006/relationships/slide" Target="/ppt/slides/slide9.xml"/><Relationship Id="rId6" Type="http://schemas.openxmlformats.org/officeDocument/2006/relationships/image" Target="../media/image3.png"/><Relationship Id="rId7" Type="http://schemas.openxmlformats.org/officeDocument/2006/relationships/slide" Target="/ppt/slides/slide1.xml"/><Relationship Id="rId8" Type="http://schemas.openxmlformats.org/officeDocument/2006/relationships/slide" Target="/ppt/slides/slide3.xml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3.xml"/><Relationship Id="rId10" Type="http://schemas.openxmlformats.org/officeDocument/2006/relationships/slide" Target="/ppt/slides/slide14.xml"/><Relationship Id="rId13" Type="http://schemas.openxmlformats.org/officeDocument/2006/relationships/slide" Target="/ppt/slides/slide6.xml"/><Relationship Id="rId12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slide" Target="/ppt/slides/slide12.xml"/><Relationship Id="rId4" Type="http://schemas.openxmlformats.org/officeDocument/2006/relationships/image" Target="../media/image2.png"/><Relationship Id="rId9" Type="http://schemas.openxmlformats.org/officeDocument/2006/relationships/slide" Target="/ppt/slides/slide2.xml"/><Relationship Id="rId15" Type="http://schemas.openxmlformats.org/officeDocument/2006/relationships/image" Target="../media/image7.png"/><Relationship Id="rId14" Type="http://schemas.openxmlformats.org/officeDocument/2006/relationships/slide" Target="/ppt/slides/slide13.xml"/><Relationship Id="rId17" Type="http://schemas.openxmlformats.org/officeDocument/2006/relationships/image" Target="../media/image5.png"/><Relationship Id="rId16" Type="http://schemas.openxmlformats.org/officeDocument/2006/relationships/slide" Target="/ppt/slides/slide8.xml"/><Relationship Id="rId5" Type="http://schemas.openxmlformats.org/officeDocument/2006/relationships/slide" Target="/ppt/slides/slide9.xml"/><Relationship Id="rId6" Type="http://schemas.openxmlformats.org/officeDocument/2006/relationships/image" Target="../media/image3.png"/><Relationship Id="rId7" Type="http://schemas.openxmlformats.org/officeDocument/2006/relationships/slide" Target="/ppt/slides/slide4.xml"/><Relationship Id="rId8" Type="http://schemas.openxmlformats.org/officeDocument/2006/relationships/slide" Target="/ppt/slides/slide1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4.xml"/><Relationship Id="rId10" Type="http://schemas.openxmlformats.org/officeDocument/2006/relationships/slide" Target="/ppt/slides/slide5.xml"/><Relationship Id="rId13" Type="http://schemas.openxmlformats.org/officeDocument/2006/relationships/slide" Target="/ppt/slides/slide6.xml"/><Relationship Id="rId12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slide" Target="/ppt/slides/slide12.xml"/><Relationship Id="rId4" Type="http://schemas.openxmlformats.org/officeDocument/2006/relationships/image" Target="../media/image2.png"/><Relationship Id="rId9" Type="http://schemas.openxmlformats.org/officeDocument/2006/relationships/slide" Target="/ppt/slides/slide23.xml"/><Relationship Id="rId15" Type="http://schemas.openxmlformats.org/officeDocument/2006/relationships/image" Target="../media/image7.png"/><Relationship Id="rId14" Type="http://schemas.openxmlformats.org/officeDocument/2006/relationships/slide" Target="/ppt/slides/slide13.xml"/><Relationship Id="rId17" Type="http://schemas.openxmlformats.org/officeDocument/2006/relationships/image" Target="../media/image5.png"/><Relationship Id="rId16" Type="http://schemas.openxmlformats.org/officeDocument/2006/relationships/slide" Target="/ppt/slides/slide8.xml"/><Relationship Id="rId5" Type="http://schemas.openxmlformats.org/officeDocument/2006/relationships/slide" Target="/ppt/slides/slide9.xml"/><Relationship Id="rId6" Type="http://schemas.openxmlformats.org/officeDocument/2006/relationships/image" Target="../media/image3.png"/><Relationship Id="rId7" Type="http://schemas.openxmlformats.org/officeDocument/2006/relationships/slide" Target="/ppt/slides/slide2.xml"/><Relationship Id="rId8" Type="http://schemas.openxmlformats.org/officeDocument/2006/relationships/slide" Target="/ppt/slides/slide1.xml"/></Relationships>
</file>

<file path=ppt/slides/_rels/slide5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5.xml"/><Relationship Id="rId10" Type="http://schemas.openxmlformats.org/officeDocument/2006/relationships/slide" Target="/ppt/slides/slide2.xml"/><Relationship Id="rId13" Type="http://schemas.openxmlformats.org/officeDocument/2006/relationships/slide" Target="/ppt/slides/slide6.xml"/><Relationship Id="rId12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slide" Target="/ppt/slides/slide12.xml"/><Relationship Id="rId4" Type="http://schemas.openxmlformats.org/officeDocument/2006/relationships/image" Target="../media/image2.png"/><Relationship Id="rId9" Type="http://schemas.openxmlformats.org/officeDocument/2006/relationships/slide" Target="/ppt/slides/slide4.xml"/><Relationship Id="rId15" Type="http://schemas.openxmlformats.org/officeDocument/2006/relationships/image" Target="../media/image7.png"/><Relationship Id="rId14" Type="http://schemas.openxmlformats.org/officeDocument/2006/relationships/slide" Target="/ppt/slides/slide13.xml"/><Relationship Id="rId17" Type="http://schemas.openxmlformats.org/officeDocument/2006/relationships/image" Target="../media/image5.png"/><Relationship Id="rId16" Type="http://schemas.openxmlformats.org/officeDocument/2006/relationships/slide" Target="/ppt/slides/slide8.xml"/><Relationship Id="rId5" Type="http://schemas.openxmlformats.org/officeDocument/2006/relationships/slide" Target="/ppt/slides/slide9.xml"/><Relationship Id="rId6" Type="http://schemas.openxmlformats.org/officeDocument/2006/relationships/image" Target="../media/image3.png"/><Relationship Id="rId7" Type="http://schemas.openxmlformats.org/officeDocument/2006/relationships/slide" Target="/ppt/slides/slide1.xml"/><Relationship Id="rId8" Type="http://schemas.openxmlformats.org/officeDocument/2006/relationships/slide" Target="/ppt/slides/slide23.xml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4.xml"/><Relationship Id="rId10" Type="http://schemas.openxmlformats.org/officeDocument/2006/relationships/slide" Target="/ppt/slides/slide2.xml"/><Relationship Id="rId13" Type="http://schemas.openxmlformats.org/officeDocument/2006/relationships/image" Target="../media/image8.png"/><Relationship Id="rId12" Type="http://schemas.openxmlformats.org/officeDocument/2006/relationships/slide" Target="/ppt/slides/slide6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slide" Target="/ppt/slides/slide12.xml"/><Relationship Id="rId4" Type="http://schemas.openxmlformats.org/officeDocument/2006/relationships/image" Target="../media/image2.png"/><Relationship Id="rId9" Type="http://schemas.openxmlformats.org/officeDocument/2006/relationships/slide" Target="/ppt/slides/slide14.xml"/><Relationship Id="rId15" Type="http://schemas.openxmlformats.org/officeDocument/2006/relationships/slide" Target="/ppt/slides/slide13.xml"/><Relationship Id="rId14" Type="http://schemas.openxmlformats.org/officeDocument/2006/relationships/slide" Target="/ppt/slides/slide4.xml"/><Relationship Id="rId17" Type="http://schemas.openxmlformats.org/officeDocument/2006/relationships/slide" Target="/ppt/slides/slide8.xml"/><Relationship Id="rId16" Type="http://schemas.openxmlformats.org/officeDocument/2006/relationships/image" Target="../media/image7.png"/><Relationship Id="rId5" Type="http://schemas.openxmlformats.org/officeDocument/2006/relationships/slide" Target="/ppt/slides/slide9.xml"/><Relationship Id="rId6" Type="http://schemas.openxmlformats.org/officeDocument/2006/relationships/image" Target="../media/image3.png"/><Relationship Id="rId18" Type="http://schemas.openxmlformats.org/officeDocument/2006/relationships/image" Target="../media/image5.png"/><Relationship Id="rId7" Type="http://schemas.openxmlformats.org/officeDocument/2006/relationships/slide" Target="/ppt/slides/slide1.xml"/><Relationship Id="rId8" Type="http://schemas.openxmlformats.org/officeDocument/2006/relationships/slide" Target="/ppt/slides/slide7.xml"/></Relationships>
</file>

<file path=ppt/slides/_rels/slide7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.xml"/><Relationship Id="rId10" Type="http://schemas.openxmlformats.org/officeDocument/2006/relationships/slide" Target="/ppt/slides/slide14.xml"/><Relationship Id="rId13" Type="http://schemas.openxmlformats.org/officeDocument/2006/relationships/slide" Target="/ppt/slides/slide7.xml"/><Relationship Id="rId12" Type="http://schemas.openxmlformats.org/officeDocument/2006/relationships/slide" Target="/ppt/slides/slide4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slide" Target="/ppt/slides/slide12.xml"/><Relationship Id="rId4" Type="http://schemas.openxmlformats.org/officeDocument/2006/relationships/image" Target="../media/image2.png"/><Relationship Id="rId9" Type="http://schemas.openxmlformats.org/officeDocument/2006/relationships/slide" Target="/ppt/slides/slide3.xml"/><Relationship Id="rId15" Type="http://schemas.openxmlformats.org/officeDocument/2006/relationships/slide" Target="/ppt/slides/slide4.xml"/><Relationship Id="rId14" Type="http://schemas.openxmlformats.org/officeDocument/2006/relationships/image" Target="../media/image8.png"/><Relationship Id="rId17" Type="http://schemas.openxmlformats.org/officeDocument/2006/relationships/image" Target="../media/image7.png"/><Relationship Id="rId16" Type="http://schemas.openxmlformats.org/officeDocument/2006/relationships/slide" Target="/ppt/slides/slide13.xml"/><Relationship Id="rId5" Type="http://schemas.openxmlformats.org/officeDocument/2006/relationships/slide" Target="/ppt/slides/slide9.xml"/><Relationship Id="rId19" Type="http://schemas.openxmlformats.org/officeDocument/2006/relationships/image" Target="../media/image5.png"/><Relationship Id="rId6" Type="http://schemas.openxmlformats.org/officeDocument/2006/relationships/image" Target="../media/image3.png"/><Relationship Id="rId18" Type="http://schemas.openxmlformats.org/officeDocument/2006/relationships/slide" Target="/ppt/slides/slide8.xml"/><Relationship Id="rId7" Type="http://schemas.openxmlformats.org/officeDocument/2006/relationships/slide" Target="/ppt/slides/slide1.xml"/><Relationship Id="rId8" Type="http://schemas.openxmlformats.org/officeDocument/2006/relationships/slide" Target="/ppt/slides/slide6.xml"/></Relationships>
</file>

<file path=ppt/slides/_rels/slide8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.xml"/><Relationship Id="rId10" Type="http://schemas.openxmlformats.org/officeDocument/2006/relationships/image" Target="../media/image9.png"/><Relationship Id="rId13" Type="http://schemas.openxmlformats.org/officeDocument/2006/relationships/image" Target="../media/image5.png"/><Relationship Id="rId12" Type="http://schemas.openxmlformats.org/officeDocument/2006/relationships/slide" Target="/ppt/slides/slide8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slide" Target="/ppt/slides/slide1.xml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slide" Target="/ppt/slides/slide8.xml"/><Relationship Id="rId7" Type="http://schemas.openxmlformats.org/officeDocument/2006/relationships/image" Target="../media/image8.png"/><Relationship Id="rId8" Type="http://schemas.openxmlformats.org/officeDocument/2006/relationships/slide" Target="/ppt/slides/slide13.xml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image" Target="../media/image7.png"/><Relationship Id="rId10" Type="http://schemas.openxmlformats.org/officeDocument/2006/relationships/slide" Target="/ppt/slides/slide13.xml"/><Relationship Id="rId13" Type="http://schemas.openxmlformats.org/officeDocument/2006/relationships/image" Target="../media/image5.png"/><Relationship Id="rId12" Type="http://schemas.openxmlformats.org/officeDocument/2006/relationships/slide" Target="/ppt/slides/slide8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slide" Target="/ppt/slides/slide1.xml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5" Type="http://schemas.openxmlformats.org/officeDocument/2006/relationships/image" Target="../media/image4.png"/><Relationship Id="rId6" Type="http://schemas.openxmlformats.org/officeDocument/2006/relationships/slide" Target="/ppt/slides/slide11.xml"/><Relationship Id="rId7" Type="http://schemas.openxmlformats.org/officeDocument/2006/relationships/image" Target="../media/image2.png"/><Relationship Id="rId8" Type="http://schemas.openxmlformats.org/officeDocument/2006/relationships/slide" Target="/ppt/slides/slide9.xml"/></Relationships>
</file>

<file path=ppt/slides/_rels/slide10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8.xml"/><Relationship Id="rId10" Type="http://schemas.openxmlformats.org/officeDocument/2006/relationships/image" Target="../media/image7.png"/><Relationship Id="rId12" Type="http://schemas.openxmlformats.org/officeDocument/2006/relationships/image" Target="../media/image5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slide" Target="/ppt/slides/slide1.xml"/><Relationship Id="rId4" Type="http://schemas.openxmlformats.org/officeDocument/2006/relationships/image" Target="../media/image3.png"/><Relationship Id="rId9" Type="http://schemas.openxmlformats.org/officeDocument/2006/relationships/slide" Target="/ppt/slides/slide13.xml"/><Relationship Id="rId5" Type="http://schemas.openxmlformats.org/officeDocument/2006/relationships/image" Target="../media/image4.png"/><Relationship Id="rId6" Type="http://schemas.openxmlformats.org/officeDocument/2006/relationships/image" Target="../media/image2.png"/><Relationship Id="rId7" Type="http://schemas.openxmlformats.org/officeDocument/2006/relationships/slide" Target="/ppt/slides/slide10.xml"/><Relationship Id="rId8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1" Type="http://schemas.openxmlformats.org/officeDocument/2006/relationships/image" Target="../media/image7.png"/><Relationship Id="rId10" Type="http://schemas.openxmlformats.org/officeDocument/2006/relationships/slide" Target="/ppt/slides/slide13.xml"/><Relationship Id="rId13" Type="http://schemas.openxmlformats.org/officeDocument/2006/relationships/image" Target="../media/image5.png"/><Relationship Id="rId12" Type="http://schemas.openxmlformats.org/officeDocument/2006/relationships/slide" Target="/ppt/slides/slide8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slide" Target="/ppt/slides/slide1.xml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5" Type="http://schemas.openxmlformats.org/officeDocument/2006/relationships/image" Target="../media/image4.png"/><Relationship Id="rId6" Type="http://schemas.openxmlformats.org/officeDocument/2006/relationships/slide" Target="/ppt/slides/slide9.xml"/><Relationship Id="rId7" Type="http://schemas.openxmlformats.org/officeDocument/2006/relationships/image" Target="../media/image2.png"/><Relationship Id="rId8" Type="http://schemas.openxmlformats.org/officeDocument/2006/relationships/slide" Target="/ppt/slides/slide11.xml"/></Relationships>
</file>

<file path=ppt/slides/_rels/slide12.xml.rels><?xml version="1.0" encoding="UTF-8" standalone="yes"?><Relationships xmlns="http://schemas.openxmlformats.org/package/2006/relationships"><Relationship Id="rId11" Type="http://schemas.openxmlformats.org/officeDocument/2006/relationships/image" Target="../media/image12.png"/><Relationship Id="rId10" Type="http://schemas.openxmlformats.org/officeDocument/2006/relationships/image" Target="../media/image13.png"/><Relationship Id="rId13" Type="http://schemas.openxmlformats.org/officeDocument/2006/relationships/image" Target="../media/image8.png"/><Relationship Id="rId12" Type="http://schemas.openxmlformats.org/officeDocument/2006/relationships/slide" Target="/ppt/slides/slide1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9" Type="http://schemas.openxmlformats.org/officeDocument/2006/relationships/hyperlink" Target="https://docs.google.com/presentation/d/e/2PACX-1vR6Qxb3Rts71-iPgfpWOz7AoAY_sdAd8BmgQR9PllxtEBaCF6HMiNtCKJd1PRPGAAYpTHyXLeVxsTqO/pub?start=false&amp;loop=false&amp;delayms=3000" TargetMode="External"/><Relationship Id="rId15" Type="http://schemas.openxmlformats.org/officeDocument/2006/relationships/image" Target="../media/image7.png"/><Relationship Id="rId14" Type="http://schemas.openxmlformats.org/officeDocument/2006/relationships/slide" Target="/ppt/slides/slide13.xml"/><Relationship Id="rId17" Type="http://schemas.openxmlformats.org/officeDocument/2006/relationships/image" Target="../media/image5.png"/><Relationship Id="rId16" Type="http://schemas.openxmlformats.org/officeDocument/2006/relationships/slide" Target="/ppt/slides/slide8.xml"/><Relationship Id="rId5" Type="http://schemas.openxmlformats.org/officeDocument/2006/relationships/slide" Target="/ppt/slides/slide1.xml"/><Relationship Id="rId6" Type="http://schemas.openxmlformats.org/officeDocument/2006/relationships/image" Target="../media/image10.png"/><Relationship Id="rId7" Type="http://schemas.openxmlformats.org/officeDocument/2006/relationships/hyperlink" Target="https://sites.google.com/view/poagygs/poagy-gs-2/" TargetMode="External"/><Relationship Id="rId8" Type="http://schemas.openxmlformats.org/officeDocument/2006/relationships/hyperlink" Target="https://sites.google.com/view/poagygs/poagy-gs-2/" TargetMode="External"/></Relationships>
</file>

<file path=ppt/slides/_rels/slide13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8.xml"/><Relationship Id="rId10" Type="http://schemas.openxmlformats.org/officeDocument/2006/relationships/image" Target="../media/image8.png"/><Relationship Id="rId12" Type="http://schemas.openxmlformats.org/officeDocument/2006/relationships/image" Target="../media/image5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9" Type="http://schemas.openxmlformats.org/officeDocument/2006/relationships/slide" Target="/ppt/slides/slide1.xml"/><Relationship Id="rId5" Type="http://schemas.openxmlformats.org/officeDocument/2006/relationships/slide" Target="/ppt/slides/slide1.xml"/><Relationship Id="rId6" Type="http://schemas.openxmlformats.org/officeDocument/2006/relationships/image" Target="../media/image10.png"/><Relationship Id="rId7" Type="http://schemas.openxmlformats.org/officeDocument/2006/relationships/slide" Target="/ppt/slides/slide1.xml"/><Relationship Id="rId8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jpg"/><Relationship Id="rId4" Type="http://schemas.openxmlformats.org/officeDocument/2006/relationships/slide" Target="/ppt/slides/slide15.xml"/><Relationship Id="rId5" Type="http://schemas.openxmlformats.org/officeDocument/2006/relationships/image" Target="../media/image14.png"/><Relationship Id="rId6" Type="http://schemas.openxmlformats.org/officeDocument/2006/relationships/slide" Target="/ppt/slides/slide2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jpg"/><Relationship Id="rId4" Type="http://schemas.openxmlformats.org/officeDocument/2006/relationships/slide" Target="/ppt/slides/slide16.xml"/><Relationship Id="rId5" Type="http://schemas.openxmlformats.org/officeDocument/2006/relationships/slide" Target="/ppt/slides/slide20.xml"/><Relationship Id="rId6" Type="http://schemas.openxmlformats.org/officeDocument/2006/relationships/image" Target="../media/image14.png"/><Relationship Id="rId7" Type="http://schemas.openxmlformats.org/officeDocument/2006/relationships/slide" Target="/ppt/slides/slide2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jpg"/><Relationship Id="rId4" Type="http://schemas.openxmlformats.org/officeDocument/2006/relationships/slide" Target="/ppt/slides/slide19.xml"/><Relationship Id="rId5" Type="http://schemas.openxmlformats.org/officeDocument/2006/relationships/slide" Target="/ppt/slides/slide17.xml"/><Relationship Id="rId6" Type="http://schemas.openxmlformats.org/officeDocument/2006/relationships/image" Target="../media/image14.png"/><Relationship Id="rId7" Type="http://schemas.openxmlformats.org/officeDocument/2006/relationships/slide" Target="/ppt/slides/slide2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jpg"/><Relationship Id="rId4" Type="http://schemas.openxmlformats.org/officeDocument/2006/relationships/slide" Target="/ppt/slides/slide18.xml"/><Relationship Id="rId5" Type="http://schemas.openxmlformats.org/officeDocument/2006/relationships/image" Target="../media/image14.png"/><Relationship Id="rId6" Type="http://schemas.openxmlformats.org/officeDocument/2006/relationships/slide" Target="/ppt/slides/slide2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jpg"/><Relationship Id="rId4" Type="http://schemas.openxmlformats.org/officeDocument/2006/relationships/slide" Target="/ppt/slides/slide2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jpg"/><Relationship Id="rId4" Type="http://schemas.openxmlformats.org/officeDocument/2006/relationships/slide" Target="/ppt/slides/slide2.xml"/><Relationship Id="rId5" Type="http://schemas.openxmlformats.org/officeDocument/2006/relationships/slide" Target="/ppt/slides/slide2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jpg"/><Relationship Id="rId4" Type="http://schemas.openxmlformats.org/officeDocument/2006/relationships/slide" Target="/ppt/slides/slide21.xml"/><Relationship Id="rId5" Type="http://schemas.openxmlformats.org/officeDocument/2006/relationships/image" Target="../media/image14.png"/><Relationship Id="rId6" Type="http://schemas.openxmlformats.org/officeDocument/2006/relationships/slide" Target="/ppt/slides/slide2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jpg"/><Relationship Id="rId4" Type="http://schemas.openxmlformats.org/officeDocument/2006/relationships/slide" Target="/ppt/slides/slide22.xml"/><Relationship Id="rId5" Type="http://schemas.openxmlformats.org/officeDocument/2006/relationships/image" Target="../media/image14.png"/><Relationship Id="rId6" Type="http://schemas.openxmlformats.org/officeDocument/2006/relationships/slide" Target="/ppt/slides/slide2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jpg"/><Relationship Id="rId4" Type="http://schemas.openxmlformats.org/officeDocument/2006/relationships/slide" Target="/ppt/slides/slide2.xml"/><Relationship Id="rId5" Type="http://schemas.openxmlformats.org/officeDocument/2006/relationships/image" Target="../media/image14.png"/><Relationship Id="rId6" Type="http://schemas.openxmlformats.org/officeDocument/2006/relationships/slide" Target="/ppt/slides/slide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slide" Target="/ppt/slides/slide2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slide" Target="/ppt/slides/slide25.xml"/><Relationship Id="rId4" Type="http://schemas.openxmlformats.org/officeDocument/2006/relationships/slide" Target="/ppt/slides/slide24.xml"/><Relationship Id="rId5" Type="http://schemas.openxmlformats.org/officeDocument/2006/relationships/slide" Target="/ppt/slides/slide2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6.jpg"/><Relationship Id="rId4" Type="http://schemas.openxmlformats.org/officeDocument/2006/relationships/slide" Target="/ppt/slides/slide26.xml"/><Relationship Id="rId5" Type="http://schemas.openxmlformats.org/officeDocument/2006/relationships/slide" Target="/ppt/slides/slide27.xml"/><Relationship Id="rId6" Type="http://schemas.openxmlformats.org/officeDocument/2006/relationships/slide" Target="/ppt/slides/slide28.xml"/><Relationship Id="rId7" Type="http://schemas.openxmlformats.org/officeDocument/2006/relationships/slide" Target="/ppt/slides/slide29.xml"/><Relationship Id="rId8" Type="http://schemas.openxmlformats.org/officeDocument/2006/relationships/slide" Target="/ppt/slides/slide2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6.jpg"/><Relationship Id="rId4" Type="http://schemas.openxmlformats.org/officeDocument/2006/relationships/slide" Target="/ppt/slides/slide23.xml"/><Relationship Id="rId5" Type="http://schemas.openxmlformats.org/officeDocument/2006/relationships/slide" Target="/ppt/slides/slide2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jpg"/><Relationship Id="rId4" Type="http://schemas.openxmlformats.org/officeDocument/2006/relationships/slide" Target="/ppt/slides/slide23.xml"/><Relationship Id="rId5" Type="http://schemas.openxmlformats.org/officeDocument/2006/relationships/slide" Target="/ppt/slides/slide2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jpg"/><Relationship Id="rId4" Type="http://schemas.openxmlformats.org/officeDocument/2006/relationships/slide" Target="/ppt/slides/slide23.xml"/><Relationship Id="rId5" Type="http://schemas.openxmlformats.org/officeDocument/2006/relationships/slide" Target="/ppt/slides/slide2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6.jpg"/><Relationship Id="rId4" Type="http://schemas.openxmlformats.org/officeDocument/2006/relationships/slide" Target="/ppt/slides/slide23.xml"/><Relationship Id="rId5" Type="http://schemas.openxmlformats.org/officeDocument/2006/relationships/slide" Target="/ppt/slides/slide2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0" y="2175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[POAGY_CLOCK]" id="100" name="Google Shape;100;p25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poagy.gs</a:t>
            </a:r>
            <a:r>
              <a:rPr lang="en">
                <a:solidFill>
                  <a:schemeClr val="dk1"/>
                </a:solidFill>
              </a:rPr>
              <a:t> Home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1" name="Google Shape;101;p25"/>
          <p:cNvSpPr/>
          <p:nvPr/>
        </p:nvSpPr>
        <p:spPr>
          <a:xfrm>
            <a:off x="0" y="2175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0000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You are on rolling release. Some things will not work as expected.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Google Shape;102;p25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5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5" title="littlepoagy-excited-removebg-previe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5">
            <a:hlinkClick action="ppaction://hlinksldjump" r:id="rId8"/>
          </p:cNvPr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06" name="Google Shape;106;p25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5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8" name="Google Shape;108;p25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5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6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15" name="Google Shape;115;p26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6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6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6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6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20" name="Google Shape;120;p26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1" name="Google Shape;121;p26"/>
          <p:cNvSpPr txBox="1"/>
          <p:nvPr/>
        </p:nvSpPr>
        <p:spPr>
          <a:xfrm>
            <a:off x="966550" y="4772775"/>
            <a:ext cx="2381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Inter ExtraLight"/>
                <a:ea typeface="Inter ExtraLight"/>
                <a:cs typeface="Inter ExtraLight"/>
                <a:sym typeface="Inter ExtraLight"/>
              </a:rPr>
              <a:t>Processing, please wait.</a:t>
            </a:r>
            <a:endParaRPr>
              <a:solidFill>
                <a:schemeClr val="lt1"/>
              </a:solidFill>
              <a:latin typeface="Inter ExtraLight"/>
              <a:ea typeface="Inter ExtraLight"/>
              <a:cs typeface="Inter ExtraLight"/>
              <a:sym typeface="Inter ExtraLight"/>
            </a:endParaRPr>
          </a:p>
        </p:txBody>
      </p:sp>
      <p:sp>
        <p:nvSpPr>
          <p:cNvPr id="122" name="Google Shape;122;p26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23" name="Google Shape;123;p26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24" name="Google Shape;124;p26">
            <a:hlinkClick action="ppaction://hlinksldjump" r:id="rId8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25" name="Google Shape;125;p26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6" name="Google Shape;126;p26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27" name="Google Shape;127;p26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28" name="Google Shape;128;p26">
            <a:hlinkClick action="ppaction://hlinksldjump" r:id="rId10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29" name="Google Shape;129;p26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6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131" name="Google Shape;131;p26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</a:t>
            </a:r>
            <a:r>
              <a:rPr lang="en" sz="1200"/>
              <a:t>oagy pantry defense</a:t>
            </a:r>
            <a:endParaRPr sz="1200"/>
          </a:p>
        </p:txBody>
      </p:sp>
      <p:pic>
        <p:nvPicPr>
          <p:cNvPr id="132" name="Google Shape;132;p26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6">
            <a:hlinkClick action="ppaction://hlinksldjump" r:id="rId16"/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"/>
                            </p:stCondLst>
                            <p:childTnLst>
                              <p:par>
                                <p:cTn fill="hold" nodeType="after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7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39" name="Google Shape;139;p27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7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7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7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7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44" name="Google Shape;144;p27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" name="Google Shape;145;p27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698631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46" name="Google Shape;146;p27">
            <a:hlinkClick action="ppaction://hlinksldjump" r:id="rId7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47" name="Google Shape;147;p27">
            <a:hlinkClick action="ppaction://hlinksldjump" r:id="rId8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48" name="Google Shape;148;p27">
            <a:hlinkClick action="ppaction://hlinksldjump" r:id="rId9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49" name="Google Shape;149;p27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50" name="Google Shape;150;p27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1" name="Google Shape;151;p27">
            <a:hlinkClick action="ppaction://hlinksldjump" r:id="rId10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52" name="Google Shape;152;p27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7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154" name="Google Shape;154;p27"/>
          <p:cNvSpPr/>
          <p:nvPr/>
        </p:nvSpPr>
        <p:spPr>
          <a:xfrm>
            <a:off x="151925" y="2163450"/>
            <a:ext cx="3084900" cy="485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Crash a Poagy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Added 10/13/2026</a:t>
            </a:r>
            <a:endParaRPr sz="800"/>
          </a:p>
        </p:txBody>
      </p:sp>
      <p:sp>
        <p:nvSpPr>
          <p:cNvPr id="155" name="Google Shape;155;p27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156" name="Google Shape;156;p27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7">
            <a:hlinkClick action="ppaction://hlinksldjump" r:id="rId16"/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9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8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63" name="Google Shape;163;p28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8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8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8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8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68" name="Google Shape;168;p28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9" name="Google Shape;169;p28">
            <a:hlinkClick action="ppaction://hlinksldjump" r:id="rId7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70" name="Google Shape;170;p28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71" name="Google Shape;171;p28">
            <a:hlinkClick action="ppaction://hlinksldjump" r:id="rId8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72" name="Google Shape;172;p28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73" name="Google Shape;173;p28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74" name="Google Shape;174;p28">
            <a:hlinkClick action="ppaction://hlinksldjump" r:id="rId10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75" name="Google Shape;175;p28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76" name="Google Shape;176;p28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8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PiggycraftGS</a:t>
            </a:r>
            <a:endParaRPr sz="400"/>
          </a:p>
        </p:txBody>
      </p:sp>
      <p:sp>
        <p:nvSpPr>
          <p:cNvPr id="178" name="Google Shape;178;p28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179" name="Google Shape;179;p28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8">
            <a:hlinkClick action="ppaction://hlinksldjump" r:id="rId16"/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9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86" name="Google Shape;186;p29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9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9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9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29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91" name="Google Shape;191;p29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2" name="Google Shape;192;p29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93" name="Google Shape;193;p29">
            <a:hlinkClick action="ppaction://hlinksldjump" r:id="rId8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94" name="Google Shape;194;p29">
            <a:hlinkClick action="ppaction://hlinksldjump" r:id="rId9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95" name="Google Shape;195;p29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96" name="Google Shape;196;p29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7" name="Google Shape;197;p29">
            <a:hlinkClick action="ppaction://hlinksldjump" r:id="rId10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98" name="Google Shape;198;p29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99" name="Google Shape;199;p29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9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PiggycraftGS</a:t>
            </a:r>
            <a:endParaRPr sz="400"/>
          </a:p>
        </p:txBody>
      </p:sp>
      <p:sp>
        <p:nvSpPr>
          <p:cNvPr id="201" name="Google Shape;201;p29"/>
          <p:cNvSpPr/>
          <p:nvPr/>
        </p:nvSpPr>
        <p:spPr>
          <a:xfrm>
            <a:off x="151925" y="2163450"/>
            <a:ext cx="3084900" cy="485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y</a:t>
            </a:r>
            <a:r>
              <a:rPr lang="en" sz="1200"/>
              <a:t>our did it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Added 10/13/2026</a:t>
            </a:r>
            <a:endParaRPr sz="800"/>
          </a:p>
        </p:txBody>
      </p:sp>
      <p:sp>
        <p:nvSpPr>
          <p:cNvPr id="202" name="Google Shape;202;p29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203" name="Google Shape;203;p29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9">
            <a:hlinkClick action="ppaction://hlinksldjump" r:id="rId16"/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0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210" name="Google Shape;210;p30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30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30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0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30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Poagy pantry defense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15" name="Google Shape;215;p30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30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217" name="Google Shape;217;p30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218" name="Google Shape;218;p30">
            <a:hlinkClick action="ppaction://hlinksldjump" r:id="rId8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219" name="Google Shape;219;p30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0" name="Google Shape;220;p30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221" name="Google Shape;221;p30">
            <a:hlinkClick action="ppaction://hlinksldjump" r:id="rId10"/>
          </p:cNvPr>
          <p:cNvSpPr/>
          <p:nvPr/>
        </p:nvSpPr>
        <p:spPr>
          <a:xfrm>
            <a:off x="715782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222" name="Google Shape;222;p30">
            <a:hlinkClick action="ppaction://hlinksldjump" r:id="rId11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223" name="Google Shape;223;p30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DDDDD"/>
              </a:gs>
              <a:gs pos="100000">
                <a:srgbClr val="91919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poagy.gs+</a:t>
            </a:r>
            <a:endParaRPr sz="400"/>
          </a:p>
        </p:txBody>
      </p:sp>
      <p:sp>
        <p:nvSpPr>
          <p:cNvPr id="225" name="Google Shape;225;p30">
            <a:hlinkClick action="ppaction://hlinksldjump" r:id="rId14"/>
          </p:cNvPr>
          <p:cNvSpPr/>
          <p:nvPr/>
        </p:nvSpPr>
        <p:spPr>
          <a:xfrm>
            <a:off x="5452200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</a:t>
            </a:r>
            <a:r>
              <a:rPr lang="en" sz="1200"/>
              <a:t>oagy pantry defense</a:t>
            </a:r>
            <a:endParaRPr sz="1200"/>
          </a:p>
        </p:txBody>
      </p:sp>
      <p:pic>
        <p:nvPicPr>
          <p:cNvPr id="226" name="Google Shape;226;p30">
            <a:hlinkClick action="ppaction://hlinksldjump" r:id="rId15"/>
          </p:cNvPr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30">
            <a:hlinkClick action="ppaction://hlinksldjump" r:id="rId17"/>
          </p:cNvPr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1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233" name="Google Shape;233;p31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31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31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31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31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Poagy pantry defense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38" name="Google Shape;238;p31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9" name="Google Shape;239;p31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240" name="Google Shape;240;p31">
            <a:hlinkClick action="ppaction://hlinksldjump" r:id="rId8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241" name="Google Shape;241;p31">
            <a:hlinkClick action="ppaction://hlinksldjump" r:id="rId9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242" name="Google Shape;242;p31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3" name="Google Shape;243;p31">
            <a:hlinkClick action="ppaction://hlinksldjump" r:id="rId10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244" name="Google Shape;244;p31">
            <a:hlinkClick action="ppaction://hlinksldjump" r:id="rId11"/>
          </p:cNvPr>
          <p:cNvSpPr/>
          <p:nvPr/>
        </p:nvSpPr>
        <p:spPr>
          <a:xfrm>
            <a:off x="715782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245" name="Google Shape;245;p31">
            <a:hlinkClick action="ppaction://hlinksldjump" r:id="rId12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246" name="Google Shape;246;p31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31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248" name="Google Shape;248;p31">
            <a:hlinkClick action="ppaction://hlinksldjump" r:id="rId15"/>
          </p:cNvPr>
          <p:cNvSpPr/>
          <p:nvPr/>
        </p:nvSpPr>
        <p:spPr>
          <a:xfrm>
            <a:off x="5452200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249" name="Google Shape;249;p31">
            <a:hlinkClick action="ppaction://hlinksldjump" r:id="rId16"/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31">
            <a:hlinkClick action="ppaction://hlinksldjump" r:id="rId18"/>
          </p:cNvPr>
          <p:cNvPicPr preferRelativeResize="0"/>
          <p:nvPr/>
        </p:nvPicPr>
        <p:blipFill>
          <a:blip r:embed="rId19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[POAGY_CLOCK]" id="255" name="Google Shape;255;p32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6" name="Google Shape;256;p32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32" title="littlepoagy-nobg.png"/>
          <p:cNvPicPr preferRelativeResize="0"/>
          <p:nvPr/>
        </p:nvPicPr>
        <p:blipFill rotWithShape="1">
          <a:blip r:embed="rId5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32">
            <a:hlinkClick action="ppaction://hlinksldjump" r:id="rId6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32">
            <a:hlinkClick action="ppaction://hlinksldjump"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[POAGY_CLOCK]" id="260" name="Google Shape;260;p32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ic Relief"/>
                <a:ea typeface="Comic Relief"/>
                <a:cs typeface="Comic Relief"/>
                <a:sym typeface="Comic Relief"/>
              </a:rPr>
              <a:t>Experimental</a:t>
            </a:r>
            <a:endParaRPr>
              <a:solidFill>
                <a:schemeClr val="dk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61" name="Google Shape;261;p32"/>
          <p:cNvSpPr txBox="1"/>
          <p:nvPr/>
        </p:nvSpPr>
        <p:spPr>
          <a:xfrm>
            <a:off x="6793425" y="2440050"/>
            <a:ext cx="2229600" cy="26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No selections available.</a:t>
            </a:r>
            <a:endParaRPr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262" name="Google Shape;262;p32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515200" y="2396556"/>
            <a:ext cx="350400" cy="35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32">
            <a:hlinkClick action="ppaction://hlinksldjump" r:id="rId11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pic>
        <p:nvPicPr>
          <p:cNvPr id="264" name="Google Shape;264;p32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[POAGY_CLOCK]" id="269" name="Google Shape;269;p33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0" name="Google Shape;270;p33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33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33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2026.1022.0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26</a:t>
            </a: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th October 2026</a:t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omic Relief"/>
              <a:buChar char="●"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Adds coming soon placeholder to News panel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omic Relief"/>
              <a:buChar char="●"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Adds experiment library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omic Relief"/>
              <a:buChar char="●"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Minor tweaks to game selection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Previous update ():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73" name="Google Shape;273;p33"/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74" name="Google Shape;274;p33"/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75" name="Google Shape;275;p33">
            <a:hlinkClick action="ppaction://hlinksldjump" r:id="rId6"/>
          </p:cNvPr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76" name="Google Shape;276;p33" title="littlepoagy-nobg.png"/>
          <p:cNvPicPr preferRelativeResize="0"/>
          <p:nvPr/>
        </p:nvPicPr>
        <p:blipFill rotWithShape="1">
          <a:blip r:embed="rId7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33">
            <a:hlinkClick action="ppaction://hlinksldjump"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33">
            <a:hlinkClick action="ppaction://hlinksldjump" r:id="rId10"/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[POAGY_CLOCK]" id="279" name="Google Shape;279;p33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ic Relief"/>
                <a:ea typeface="Comic Relief"/>
                <a:cs typeface="Comic Relief"/>
                <a:sym typeface="Comic Relief"/>
              </a:rPr>
              <a:t>poagy.gs Home</a:t>
            </a:r>
            <a:endParaRPr>
              <a:solidFill>
                <a:schemeClr val="dk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280" name="Google Shape;280;p33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[POAGY_CLOCK]" id="285" name="Google Shape;285;p34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6" name="Google Shape;286;p34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34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34" title="littlepoagy-nobg.png"/>
          <p:cNvPicPr preferRelativeResize="0"/>
          <p:nvPr/>
        </p:nvPicPr>
        <p:blipFill rotWithShape="1">
          <a:blip r:embed="rId6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p34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34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[POAGY_CLOCK]" id="291" name="Google Shape;291;p34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poagy.gs Home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292" name="Google Shape;292;p34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34"/>
          <p:cNvSpPr/>
          <p:nvPr/>
        </p:nvSpPr>
        <p:spPr>
          <a:xfrm>
            <a:off x="-2725" y="-2725"/>
            <a:ext cx="9146700" cy="627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70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Changelog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7B7B7"/>
                </a:solidFill>
              </a:rPr>
              <a:t>What’s new in poagy.gs+</a:t>
            </a:r>
            <a:endParaRPr sz="1000">
              <a:solidFill>
                <a:srgbClr val="B7B7B7"/>
              </a:solidFill>
            </a:endParaRPr>
          </a:p>
        </p:txBody>
      </p:sp>
      <p:sp>
        <p:nvSpPr>
          <p:cNvPr id="294" name="Google Shape;294;p34"/>
          <p:cNvSpPr/>
          <p:nvPr/>
        </p:nvSpPr>
        <p:spPr>
          <a:xfrm>
            <a:off x="-16200" y="628050"/>
            <a:ext cx="9146700" cy="3794700"/>
          </a:xfrm>
          <a:prstGeom prst="roundRect">
            <a:avLst>
              <a:gd fmla="val 6660" name="adj"/>
            </a:avLst>
          </a:prstGeom>
          <a:solidFill>
            <a:srgbClr val="666666">
              <a:alpha val="5949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4"/>
          <p:cNvSpPr/>
          <p:nvPr/>
        </p:nvSpPr>
        <p:spPr>
          <a:xfrm>
            <a:off x="2156950" y="4559350"/>
            <a:ext cx="6987000" cy="4746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Visit Release</a:t>
            </a:r>
            <a:endParaRPr/>
          </a:p>
        </p:txBody>
      </p:sp>
      <p:sp>
        <p:nvSpPr>
          <p:cNvPr id="296" name="Google Shape;296;p34"/>
          <p:cNvSpPr/>
          <p:nvPr/>
        </p:nvSpPr>
        <p:spPr>
          <a:xfrm>
            <a:off x="13500" y="4559350"/>
            <a:ext cx="2091900" cy="4746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Close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[POAGY_CLOCK]" id="301" name="Google Shape;301;p35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2" name="Google Shape;302;p35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35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35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No data.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305" name="Google Shape;305;p35"/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306" name="Google Shape;306;p35">
            <a:hlinkClick action="ppaction://hlinksldjump" r:id="rId6"/>
          </p:cNvPr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307" name="Google Shape;307;p35"/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308" name="Google Shape;308;p35" title="littlepoagy-nobg.png"/>
          <p:cNvPicPr preferRelativeResize="0"/>
          <p:nvPr/>
        </p:nvPicPr>
        <p:blipFill rotWithShape="1">
          <a:blip r:embed="rId7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35">
            <a:hlinkClick action="ppaction://hlinksldjump"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35">
            <a:hlinkClick action="ppaction://hlinksldjump" r:id="rId10"/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[POAGY_CLOCK]" id="311" name="Google Shape;311;p35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ic Relief"/>
                <a:ea typeface="Comic Relief"/>
                <a:cs typeface="Comic Relief"/>
                <a:sym typeface="Comic Relief"/>
              </a:rPr>
              <a:t>poagy.gs Home</a:t>
            </a:r>
            <a:endParaRPr>
              <a:solidFill>
                <a:schemeClr val="dk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312" name="Google Shape;312;p35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[POAGY_CLOCK]" id="317" name="Google Shape;317;p36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318" name="Google Shape;318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36" title="littlepoagy-excited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36"/>
          <p:cNvSpPr/>
          <p:nvPr/>
        </p:nvSpPr>
        <p:spPr>
          <a:xfrm>
            <a:off x="13500" y="350400"/>
            <a:ext cx="3032400" cy="47931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>
                <a:solidFill>
                  <a:srgbClr val="FF00FF"/>
                </a:solidFill>
                <a:latin typeface="Comic Relief"/>
                <a:ea typeface="Comic Relief"/>
                <a:cs typeface="Comic Relief"/>
                <a:sym typeface="Comic Relief"/>
              </a:rPr>
              <a:t>poagy</a:t>
            </a:r>
            <a:r>
              <a:rPr lang="en" sz="1800">
                <a:solidFill>
                  <a:srgbClr val="FF9900"/>
                </a:solidFill>
                <a:latin typeface="Comic Relief"/>
                <a:ea typeface="Comic Relief"/>
                <a:cs typeface="Comic Relief"/>
                <a:sym typeface="Comic Relief"/>
              </a:rPr>
              <a:t>.gs</a:t>
            </a:r>
            <a:r>
              <a:rPr lang="en" sz="1800">
                <a:solidFill>
                  <a:srgbClr val="00FF00"/>
                </a:solidFill>
                <a:latin typeface="Pacifico"/>
                <a:ea typeface="Pacifico"/>
                <a:cs typeface="Pacifico"/>
                <a:sym typeface="Pacifico"/>
              </a:rPr>
              <a:t>+</a:t>
            </a:r>
            <a:endParaRPr sz="1800">
              <a:solidFill>
                <a:srgbClr val="00FF00"/>
              </a:solidFill>
              <a:latin typeface="Pacifico"/>
              <a:ea typeface="Pacifico"/>
              <a:cs typeface="Pacifico"/>
              <a:sym typeface="Pacific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 poagy game library.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21" name="Google Shape;321;p36" title="littlepoagy-cool-removebg-preview.png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25877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36">
            <a:hlinkClick r:id="rId7"/>
          </p:cNvPr>
          <p:cNvSpPr/>
          <p:nvPr/>
        </p:nvSpPr>
        <p:spPr>
          <a:xfrm>
            <a:off x="38625" y="11430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Site</a:t>
            </a:r>
            <a:endParaRPr sz="1200"/>
          </a:p>
        </p:txBody>
      </p:sp>
      <p:sp>
        <p:nvSpPr>
          <p:cNvPr id="323" name="Google Shape;323;p36">
            <a:hlinkClick r:id="rId8"/>
          </p:cNvPr>
          <p:cNvSpPr/>
          <p:nvPr/>
        </p:nvSpPr>
        <p:spPr>
          <a:xfrm>
            <a:off x="39150" y="16352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6DB"/>
              </a:gs>
              <a:gs pos="100000">
                <a:srgbClr val="FAD15C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Learn more about poagy.gs+</a:t>
            </a:r>
            <a:endParaRPr sz="1200"/>
          </a:p>
        </p:txBody>
      </p:sp>
      <p:sp>
        <p:nvSpPr>
          <p:cNvPr id="324" name="Google Shape;324;p36">
            <a:hlinkClick r:id="rId9"/>
          </p:cNvPr>
          <p:cNvSpPr/>
          <p:nvPr/>
        </p:nvSpPr>
        <p:spPr>
          <a:xfrm>
            <a:off x="39150" y="21274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Try the original poagy.gs</a:t>
            </a:r>
            <a:endParaRPr sz="1200"/>
          </a:p>
        </p:txBody>
      </p:sp>
      <p:sp>
        <p:nvSpPr>
          <p:cNvPr id="325" name="Google Shape;325;p36"/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326" name="Google Shape;326;p36" title="littlepoagy-cool-removebg-previe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961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36" title="littlepoagy-confused-removebg-preview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401113" y="4098464"/>
            <a:ext cx="257175" cy="353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p36" title="littlepoagy-happy-removebg-preview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7060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p36"/>
          <p:cNvSpPr txBox="1"/>
          <p:nvPr/>
        </p:nvSpPr>
        <p:spPr>
          <a:xfrm>
            <a:off x="1065500" y="4538900"/>
            <a:ext cx="8979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2026.1022.0</a:t>
            </a:r>
            <a:r>
              <a:rPr lang="en" sz="600">
                <a:solidFill>
                  <a:schemeClr val="lt1"/>
                </a:solidFill>
              </a:rPr>
              <a:t>-</a:t>
            </a:r>
            <a:r>
              <a:rPr lang="en" sz="600">
                <a:solidFill>
                  <a:srgbClr val="FF0000"/>
                </a:solidFill>
              </a:rPr>
              <a:t>rolling</a:t>
            </a:r>
            <a:endParaRPr sz="600">
              <a:solidFill>
                <a:srgbClr val="FF0000"/>
              </a:solidFill>
            </a:endParaRPr>
          </a:p>
        </p:txBody>
      </p:sp>
      <p:sp>
        <p:nvSpPr>
          <p:cNvPr id="330" name="Google Shape;330;p36"/>
          <p:cNvSpPr txBox="1"/>
          <p:nvPr/>
        </p:nvSpPr>
        <p:spPr>
          <a:xfrm>
            <a:off x="740625" y="4667225"/>
            <a:ext cx="15771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PoweredByPoag 2025-2026</a:t>
            </a:r>
            <a:endParaRPr sz="8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331" name="Google Shape;331;p36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2" name="Google Shape;332;p36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[POAGY_CLOCK]" id="333" name="Google Shape;333;p36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ic Relief"/>
                <a:ea typeface="Comic Relief"/>
                <a:cs typeface="Comic Relief"/>
                <a:sym typeface="Comic Relief"/>
              </a:rPr>
              <a:t>poagy.gs Home</a:t>
            </a:r>
            <a:endParaRPr>
              <a:solidFill>
                <a:schemeClr val="dk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334" name="Google Shape;334;p36">
            <a:hlinkClick action="ppaction://hlinksldjump" r:id="rId16"/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[POAGY_CLOCK]" id="339" name="Google Shape;339;p37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0" name="Google Shape;340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37" title="littlepoagy-excited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37"/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343" name="Google Shape;343;p37"/>
          <p:cNvSpPr/>
          <p:nvPr/>
        </p:nvSpPr>
        <p:spPr>
          <a:xfrm>
            <a:off x="6111600" y="350400"/>
            <a:ext cx="3032400" cy="47931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>
                <a:solidFill>
                  <a:srgbClr val="FF0000"/>
                </a:solidFill>
                <a:latin typeface="Comic Relief"/>
                <a:ea typeface="Comic Relief"/>
                <a:cs typeface="Comic Relief"/>
                <a:sym typeface="Comic Relief"/>
              </a:rPr>
              <a:t>News</a:t>
            </a:r>
            <a:endParaRPr sz="1800">
              <a:solidFill>
                <a:srgbClr val="FF0000"/>
              </a:solidFill>
              <a:latin typeface="Pacifico"/>
              <a:ea typeface="Pacifico"/>
              <a:cs typeface="Pacifico"/>
              <a:sym typeface="Pacifico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Updates about poagy.gs+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44" name="Google Shape;344;p37" title="littlepoagy-cool-removebg-preview.png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25877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37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37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[POAGY_CLOCK]" id="347" name="Google Shape;347;p37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ic Relief"/>
                <a:ea typeface="Comic Relief"/>
                <a:cs typeface="Comic Relief"/>
                <a:sym typeface="Comic Relief"/>
              </a:rPr>
              <a:t>poagy.gs Home</a:t>
            </a:r>
            <a:endParaRPr>
              <a:solidFill>
                <a:schemeClr val="dk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348" name="Google Shape;348;p37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37"/>
          <p:cNvSpPr txBox="1"/>
          <p:nvPr/>
        </p:nvSpPr>
        <p:spPr>
          <a:xfrm>
            <a:off x="6784350" y="2583900"/>
            <a:ext cx="1686900" cy="32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chemeClr val="lt1"/>
                </a:solidFill>
              </a:rPr>
              <a:t>Coming soon (I hope)</a:t>
            </a:r>
            <a:endParaRPr i="1" sz="1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38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55" name="Google Shape;355;p38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Hi!</a:t>
            </a:r>
            <a:endParaRPr sz="1200"/>
          </a:p>
        </p:txBody>
      </p:sp>
      <p:sp>
        <p:nvSpPr>
          <p:cNvPr id="356" name="Google Shape;356;p38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Hi</a:t>
            </a:r>
            <a:endParaRPr sz="1000"/>
          </a:p>
        </p:txBody>
      </p:sp>
      <p:pic>
        <p:nvPicPr>
          <p:cNvPr id="357" name="Google Shape;357;p38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38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9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64" name="Google Shape;364;p39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You know, my name is Poagy!</a:t>
            </a:r>
            <a:endParaRPr sz="1200"/>
          </a:p>
        </p:txBody>
      </p:sp>
      <p:sp>
        <p:nvSpPr>
          <p:cNvPr id="365" name="Google Shape;365;p39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…ok</a:t>
            </a:r>
            <a:endParaRPr sz="1000"/>
          </a:p>
        </p:txBody>
      </p:sp>
      <p:sp>
        <p:nvSpPr>
          <p:cNvPr id="366" name="Google Shape;366;p39">
            <a:hlinkClick action="ppaction://hlinksldjump" r:id="rId5"/>
          </p:cNvPr>
          <p:cNvSpPr/>
          <p:nvPr/>
        </p:nvSpPr>
        <p:spPr>
          <a:xfrm>
            <a:off x="7795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Why?</a:t>
            </a:r>
            <a:endParaRPr sz="1000"/>
          </a:p>
        </p:txBody>
      </p:sp>
      <p:pic>
        <p:nvPicPr>
          <p:cNvPr id="367" name="Google Shape;367;p39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39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0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74" name="Google Shape;374;p40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…</a:t>
            </a:r>
            <a:endParaRPr sz="1200"/>
          </a:p>
        </p:txBody>
      </p:sp>
      <p:sp>
        <p:nvSpPr>
          <p:cNvPr id="375" name="Google Shape;375;p40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</a:t>
            </a:r>
            <a:endParaRPr sz="1000"/>
          </a:p>
        </p:txBody>
      </p:sp>
      <p:sp>
        <p:nvSpPr>
          <p:cNvPr id="376" name="Google Shape;376;p40">
            <a:hlinkClick action="ppaction://hlinksldjump" r:id="rId5"/>
          </p:cNvPr>
          <p:cNvSpPr/>
          <p:nvPr/>
        </p:nvSpPr>
        <p:spPr>
          <a:xfrm>
            <a:off x="8109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/>
              <a:t>Christmas?</a:t>
            </a:r>
            <a:endParaRPr sz="600"/>
          </a:p>
        </p:txBody>
      </p:sp>
      <p:pic>
        <p:nvPicPr>
          <p:cNvPr id="377" name="Google Shape;377;p40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40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41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84" name="Google Shape;384;p41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Yeah, you know, I heard of another poag called “Christmas Poagy”. I remember when I met him for the first time we-</a:t>
            </a:r>
            <a:endParaRPr sz="1200"/>
          </a:p>
        </p:txBody>
      </p:sp>
      <p:sp>
        <p:nvSpPr>
          <p:cNvPr id="385" name="Google Shape;385;p41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Next</a:t>
            </a:r>
            <a:endParaRPr b="1" sz="1000"/>
          </a:p>
        </p:txBody>
      </p:sp>
      <p:pic>
        <p:nvPicPr>
          <p:cNvPr id="386" name="Google Shape;386;p41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41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42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Sorry, but we ran out of budget for this.</a:t>
            </a:r>
            <a:endParaRPr i="1" sz="1200"/>
          </a:p>
        </p:txBody>
      </p:sp>
      <p:sp>
        <p:nvSpPr>
          <p:cNvPr id="393" name="Google Shape;393;p42"/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Cya</a:t>
            </a:r>
            <a:endParaRPr b="1" sz="1000"/>
          </a:p>
        </p:txBody>
      </p:sp>
      <p:sp>
        <p:nvSpPr>
          <p:cNvPr id="394" name="Google Shape;394;p42">
            <a:hlinkClick action="ppaction://hlinksldjump" r:id="rId4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43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just leaves.</a:t>
            </a:r>
            <a:endParaRPr i="1" sz="1200"/>
          </a:p>
        </p:txBody>
      </p:sp>
      <p:sp>
        <p:nvSpPr>
          <p:cNvPr id="400" name="Google Shape;400;p43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Cya</a:t>
            </a:r>
            <a:endParaRPr sz="1000"/>
          </a:p>
        </p:txBody>
      </p:sp>
      <p:sp>
        <p:nvSpPr>
          <p:cNvPr id="401" name="Google Shape;401;p43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44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407" name="Google Shape;407;p44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I mean, if you think that I’m basically the default poagy (I’m not btw), then that’s why.</a:t>
            </a:r>
            <a:endParaRPr sz="1200"/>
          </a:p>
        </p:txBody>
      </p:sp>
      <p:sp>
        <p:nvSpPr>
          <p:cNvPr id="408" name="Google Shape;408;p44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What movies do you like?</a:t>
            </a:r>
            <a:endParaRPr sz="800"/>
          </a:p>
        </p:txBody>
      </p:sp>
      <p:pic>
        <p:nvPicPr>
          <p:cNvPr id="409" name="Google Shape;409;p44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p44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45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416" name="Google Shape;416;p45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Some of my favorites movies are </a:t>
            </a:r>
            <a:endParaRPr sz="1200"/>
          </a:p>
        </p:txBody>
      </p:sp>
      <p:sp>
        <p:nvSpPr>
          <p:cNvPr id="417" name="Google Shape;417;p45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Next</a:t>
            </a:r>
            <a:endParaRPr sz="800"/>
          </a:p>
        </p:txBody>
      </p:sp>
      <p:sp>
        <p:nvSpPr>
          <p:cNvPr descr="a green screen with a bunch of error messages on it (Provided by Tenor)" id="418" name="Google Shape;418;p45"/>
          <p:cNvSpPr/>
          <p:nvPr/>
        </p:nvSpPr>
        <p:spPr>
          <a:xfrm>
            <a:off x="6300775" y="4628162"/>
            <a:ext cx="794441" cy="446675"/>
          </a:xfrm>
          <a:prstGeom prst="rect">
            <a:avLst/>
          </a:prstGeom>
          <a:noFill/>
          <a:ln>
            <a:noFill/>
          </a:ln>
        </p:spPr>
      </p:sp>
      <p:pic>
        <p:nvPicPr>
          <p:cNvPr id="419" name="Google Shape;419;p45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420" name="Google Shape;420;p45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46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46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appears to have crashed… great job.</a:t>
            </a:r>
            <a:endParaRPr i="1" sz="1200"/>
          </a:p>
        </p:txBody>
      </p:sp>
      <p:sp>
        <p:nvSpPr>
          <p:cNvPr id="427" name="Google Shape;427;p46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Cya</a:t>
            </a:r>
            <a:endParaRPr sz="800"/>
          </a:p>
        </p:txBody>
      </p:sp>
      <p:sp>
        <p:nvSpPr>
          <p:cNvPr descr="a green screen with a bunch of error messages on it (Provided by Tenor)" id="428" name="Google Shape;428;p46"/>
          <p:cNvSpPr/>
          <p:nvPr/>
        </p:nvSpPr>
        <p:spPr>
          <a:xfrm>
            <a:off x="4281037" y="2571749"/>
            <a:ext cx="1038346" cy="583800"/>
          </a:xfrm>
          <a:prstGeom prst="rect">
            <a:avLst/>
          </a:prstGeom>
          <a:noFill/>
          <a:ln>
            <a:noFill/>
          </a:ln>
        </p:spPr>
      </p:sp>
      <p:pic>
        <p:nvPicPr>
          <p:cNvPr id="429" name="Google Shape;429;p46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p46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46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9CB9C"/>
              </a:gs>
              <a:gs pos="100000">
                <a:srgbClr val="FF9900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New badge: </a:t>
            </a:r>
            <a:r>
              <a:rPr lang="en"/>
              <a:t>Crash a Poagy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46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4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1400"/>
                                        <p:tgtEl>
                                          <p:spTgt spid="4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140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47"/>
          <p:cNvSpPr txBox="1"/>
          <p:nvPr/>
        </p:nvSpPr>
        <p:spPr>
          <a:xfrm>
            <a:off x="2084120" y="1712069"/>
            <a:ext cx="55893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Ultra Realistic Poagy getting lost simulator</a:t>
            </a:r>
            <a:endParaRPr b="0" i="0" sz="3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47"/>
          <p:cNvSpPr txBox="1"/>
          <p:nvPr/>
        </p:nvSpPr>
        <p:spPr>
          <a:xfrm>
            <a:off x="-165146" y="4679700"/>
            <a:ext cx="9144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Click to proceed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47"/>
          <p:cNvSpPr txBox="1"/>
          <p:nvPr/>
        </p:nvSpPr>
        <p:spPr>
          <a:xfrm>
            <a:off x="8325" y="0"/>
            <a:ext cx="2709900" cy="3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v1.5</a:t>
            </a:r>
            <a:endParaRPr b="0" i="0" sz="1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47"/>
          <p:cNvSpPr/>
          <p:nvPr/>
        </p:nvSpPr>
        <p:spPr>
          <a:xfrm>
            <a:off x="8632600" y="106750"/>
            <a:ext cx="346200" cy="340800"/>
          </a:xfrm>
          <a:prstGeom prst="smileyFace">
            <a:avLst>
              <a:gd fmla="val 4653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47">
            <a:hlinkClick action="ppaction://hlinksldjump" r:id="rId3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8"/>
          <p:cNvSpPr/>
          <p:nvPr/>
        </p:nvSpPr>
        <p:spPr>
          <a:xfrm>
            <a:off x="2987399" y="536580"/>
            <a:ext cx="3169200" cy="3741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Selection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48">
            <a:hlinkClick action="ppaction://hlinksldjump" r:id="rId3"/>
          </p:cNvPr>
          <p:cNvSpPr/>
          <p:nvPr/>
        </p:nvSpPr>
        <p:spPr>
          <a:xfrm>
            <a:off x="2987400" y="1133500"/>
            <a:ext cx="3169200" cy="7689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Poagy’s Road Dilema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48">
            <a:hlinkClick action="ppaction://hlinksldjump" r:id="rId4"/>
          </p:cNvPr>
          <p:cNvSpPr/>
          <p:nvPr/>
        </p:nvSpPr>
        <p:spPr>
          <a:xfrm>
            <a:off x="2987400" y="1902400"/>
            <a:ext cx="3169200" cy="7689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2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Housing Issues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48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49"/>
          <p:cNvSpPr/>
          <p:nvPr/>
        </p:nvSpPr>
        <p:spPr>
          <a:xfrm>
            <a:off x="152425" y="18472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49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49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7" name="Google Shape;457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3559890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49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arrive at a 4 way intersection. You can go right, which looks like a nice clean path, left, a path with a tree you have to climb over, and straight, a path with a door at the end labeled “pantry”. What do you choose?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49">
            <a:hlinkClick action="ppaction://hlinksldjump" r:id="rId4"/>
          </p:cNvPr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49">
            <a:hlinkClick action="ppaction://hlinksldjump" r:id="rId5"/>
          </p:cNvPr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49">
            <a:hlinkClick action="ppaction://hlinksldjump" r:id="rId6"/>
          </p:cNvPr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49">
            <a:hlinkClick action="ppaction://hlinksldjump" r:id="rId7"/>
          </p:cNvPr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49"/>
          <p:cNvSpPr txBox="1"/>
          <p:nvPr/>
        </p:nvSpPr>
        <p:spPr>
          <a:xfrm>
            <a:off x="-109117" y="2296042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Road Rd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49">
            <a:hlinkClick action="ppaction://hlinksldjump" r:id="rId8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0"/>
                                        <p:tgtEl>
                                          <p:spTgt spid="4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0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50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50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50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3" name="Google Shape;473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74" name="Google Shape;474;p50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left… and shuts down because climbing is too hard.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50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50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50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50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79" name="Google Shape;479;p50"/>
          <p:cNvGrpSpPr/>
          <p:nvPr/>
        </p:nvGrpSpPr>
        <p:grpSpPr>
          <a:xfrm>
            <a:off x="2509078" y="1239250"/>
            <a:ext cx="4430700" cy="2676600"/>
            <a:chOff x="553878" y="-588850"/>
            <a:chExt cx="4430700" cy="2676600"/>
          </a:xfrm>
        </p:grpSpPr>
        <p:sp>
          <p:nvSpPr>
            <p:cNvPr id="480" name="Google Shape;480;p50"/>
            <p:cNvSpPr/>
            <p:nvPr/>
          </p:nvSpPr>
          <p:spPr>
            <a:xfrm>
              <a:off x="553878" y="-588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bad at climbing. What did you expect?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" name="Google Shape;481;p50">
              <a:hlinkClick action="ppaction://hlinksldjump" r:id="rId4"/>
            </p:cNvPr>
            <p:cNvSpPr/>
            <p:nvPr/>
          </p:nvSpPr>
          <p:spPr>
            <a:xfrm>
              <a:off x="2045325" y="13806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82" name="Google Shape;482;p50"/>
          <p:cNvSpPr/>
          <p:nvPr/>
        </p:nvSpPr>
        <p:spPr>
          <a:xfrm>
            <a:off x="6035050" y="-845825"/>
            <a:ext cx="1908900" cy="388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50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8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51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51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51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51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2" name="Google Shape;492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51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right… and just flops over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51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51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51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51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98" name="Google Shape;498;p51"/>
          <p:cNvGrpSpPr/>
          <p:nvPr/>
        </p:nvGrpSpPr>
        <p:grpSpPr>
          <a:xfrm>
            <a:off x="2509078" y="1239250"/>
            <a:ext cx="4430700" cy="2676600"/>
            <a:chOff x="904078" y="-238675"/>
            <a:chExt cx="4430700" cy="2676600"/>
          </a:xfrm>
        </p:grpSpPr>
        <p:sp>
          <p:nvSpPr>
            <p:cNvPr id="499" name="Google Shape;499;p51"/>
            <p:cNvSpPr/>
            <p:nvPr/>
          </p:nvSpPr>
          <p:spPr>
            <a:xfrm>
              <a:off x="904078" y="-238675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lazy.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" name="Google Shape;500;p51">
              <a:hlinkClick action="ppaction://hlinksldjump" r:id="rId4"/>
            </p:cNvPr>
            <p:cNvSpPr/>
            <p:nvPr/>
          </p:nvSpPr>
          <p:spPr>
            <a:xfrm>
              <a:off x="2395525" y="1666325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01" name="Google Shape;501;p51"/>
          <p:cNvSpPr/>
          <p:nvPr/>
        </p:nvSpPr>
        <p:spPr>
          <a:xfrm>
            <a:off x="6252200" y="-1131575"/>
            <a:ext cx="19431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51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2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52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52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52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1" name="Google Shape;511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52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straight… and gets distracted by the lure of an amazing exquisite pantry full of food.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52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52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52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52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17" name="Google Shape;517;p52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518" name="Google Shape;518;p52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practically a pantry vacuum.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" name="Google Shape;519;p52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0" name="Google Shape;520;p52"/>
          <p:cNvSpPr/>
          <p:nvPr/>
        </p:nvSpPr>
        <p:spPr>
          <a:xfrm>
            <a:off x="4834900" y="-1531625"/>
            <a:ext cx="2263200" cy="550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52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5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5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3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53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53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53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0" name="Google Shape;530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478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531" name="Google Shape;531;p53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throw a piece of food down the clean path, and Poagy makes it!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53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53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53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53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6" name="Google Shape;536;p53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537" name="Google Shape;537;p53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Nice one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successfully made it!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" name="Google Shape;538;p53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Continue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39" name="Google Shape;539;p53"/>
          <p:cNvSpPr/>
          <p:nvPr/>
        </p:nvSpPr>
        <p:spPr>
          <a:xfrm>
            <a:off x="4834900" y="-640075"/>
            <a:ext cx="2583300" cy="434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53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53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9CB9C"/>
              </a:gs>
              <a:gs pos="100000">
                <a:srgbClr val="FF9900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New badge: your did 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5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5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5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54"/>
          <p:cNvSpPr txBox="1"/>
          <p:nvPr/>
        </p:nvSpPr>
        <p:spPr>
          <a:xfrm>
            <a:off x="645100" y="526100"/>
            <a:ext cx="27183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Poagy pantry defense</a:t>
            </a:r>
            <a:endParaRPr sz="1800">
              <a:solidFill>
                <a:schemeClr val="dk2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547" name="Google Shape;547;p54"/>
          <p:cNvSpPr txBox="1"/>
          <p:nvPr/>
        </p:nvSpPr>
        <p:spPr>
          <a:xfrm>
            <a:off x="695200" y="908125"/>
            <a:ext cx="26181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Protect the pantry from the poags!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548" name="Google Shape;548;p54"/>
          <p:cNvSpPr/>
          <p:nvPr/>
        </p:nvSpPr>
        <p:spPr>
          <a:xfrm>
            <a:off x="654400" y="3438375"/>
            <a:ext cx="2699700" cy="9765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DECDB"/>
              </a:gs>
              <a:gs pos="100000">
                <a:srgbClr val="F0A963"/>
              </a:gs>
            </a:gsLst>
            <a:path path="circle">
              <a:fillToRect b="50%" l="50%" r="50%" t="50%"/>
            </a:path>
            <a:tileRect/>
          </a:gra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Oswald"/>
                <a:ea typeface="Oswald"/>
                <a:cs typeface="Oswald"/>
                <a:sym typeface="Oswald"/>
              </a:rPr>
              <a:t>Play!</a:t>
            </a:r>
            <a:endParaRPr>
              <a:solidFill>
                <a:srgbClr val="FF00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549" name="Google Shape;549;p54"/>
          <p:cNvSpPr txBox="1"/>
          <p:nvPr/>
        </p:nvSpPr>
        <p:spPr>
          <a:xfrm>
            <a:off x="0" y="-6275"/>
            <a:ext cx="18477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2"/>
                </a:solidFill>
              </a:rPr>
              <a:t>Early title screen. Not for final </a:t>
            </a:r>
            <a:r>
              <a:rPr lang="en" sz="600">
                <a:solidFill>
                  <a:schemeClr val="dk2"/>
                </a:solidFill>
              </a:rPr>
              <a:t>release.</a:t>
            </a:r>
            <a:endParaRPr sz="600">
              <a:solidFill>
                <a:schemeClr val="dk2"/>
              </a:solidFill>
            </a:endParaRPr>
          </a:p>
        </p:txBody>
      </p:sp>
      <p:pic>
        <p:nvPicPr>
          <p:cNvPr id="550" name="Google Shape;550;p54" title="poagypantrydefense-pantry.jpg"/>
          <p:cNvPicPr preferRelativeResize="0"/>
          <p:nvPr/>
        </p:nvPicPr>
        <p:blipFill rotWithShape="1">
          <a:blip r:embed="rId3">
            <a:alphaModFix/>
          </a:blip>
          <a:srcRect b="0" l="22949" r="21579" t="0"/>
          <a:stretch/>
        </p:blipFill>
        <p:spPr>
          <a:xfrm>
            <a:off x="5290575" y="462150"/>
            <a:ext cx="3120650" cy="4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1" name="Google Shape;551;p54" title="littlepoagy-annoyed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81700" y="2960628"/>
            <a:ext cx="1058750" cy="145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2" name="Google Shape;552;p54" title="littlepoagy-confused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8515721" y="3265652"/>
            <a:ext cx="1058750" cy="14542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