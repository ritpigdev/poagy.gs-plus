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embeddedFontLst>
    <p:embeddedFont>
      <p:font typeface="Inter"/>
      <p:regular r:id="rId37"/>
      <p:bold r:id="rId38"/>
      <p:italic r:id="rId39"/>
      <p:boldItalic r:id="rId40"/>
    </p:embeddedFont>
    <p:embeddedFont>
      <p:font typeface="Pacifico"/>
      <p:regular r:id="rId41"/>
    </p:embeddedFont>
    <p:embeddedFont>
      <p:font typeface="Lexend"/>
      <p:regular r:id="rId42"/>
      <p:bold r:id="rId43"/>
    </p:embeddedFont>
    <p:embeddedFont>
      <p:font typeface="Oswald"/>
      <p:regular r:id="rId44"/>
      <p:bold r:id="rId45"/>
    </p:embeddedFont>
    <p:embeddedFont>
      <p:font typeface="Inter ExtraLight"/>
      <p:regular r:id="rId46"/>
      <p:bold r:id="rId47"/>
      <p:italic r:id="rId48"/>
      <p:boldItalic r:id="rId49"/>
    </p:embeddedFont>
    <p:embeddedFont>
      <p:font typeface="Comic Relief"/>
      <p:regular r:id="rId50"/>
      <p:bold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-boldItalic.fntdata"/><Relationship Id="rId42" Type="http://schemas.openxmlformats.org/officeDocument/2006/relationships/font" Target="fonts/Lexend-regular.fntdata"/><Relationship Id="rId41" Type="http://schemas.openxmlformats.org/officeDocument/2006/relationships/font" Target="fonts/Pacifico-regular.fntdata"/><Relationship Id="rId44" Type="http://schemas.openxmlformats.org/officeDocument/2006/relationships/font" Target="fonts/Oswald-regular.fntdata"/><Relationship Id="rId43" Type="http://schemas.openxmlformats.org/officeDocument/2006/relationships/font" Target="fonts/Lexend-bold.fntdata"/><Relationship Id="rId46" Type="http://schemas.openxmlformats.org/officeDocument/2006/relationships/font" Target="fonts/InterExtraLight-regular.fntdata"/><Relationship Id="rId45" Type="http://schemas.openxmlformats.org/officeDocument/2006/relationships/font" Target="fonts/Oswald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InterExtraLight-italic.fntdata"/><Relationship Id="rId47" Type="http://schemas.openxmlformats.org/officeDocument/2006/relationships/font" Target="fonts/InterExtraLight-bold.fntdata"/><Relationship Id="rId49" Type="http://schemas.openxmlformats.org/officeDocument/2006/relationships/font" Target="fonts/InterExtraLight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font" Target="fonts/Inter-regular.fntdata"/><Relationship Id="rId36" Type="http://schemas.openxmlformats.org/officeDocument/2006/relationships/slide" Target="slides/slide30.xml"/><Relationship Id="rId39" Type="http://schemas.openxmlformats.org/officeDocument/2006/relationships/font" Target="fonts/Inter-italic.fntdata"/><Relationship Id="rId38" Type="http://schemas.openxmlformats.org/officeDocument/2006/relationships/font" Target="fonts/Inter-bold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ComicRelief-bold.fntdata"/><Relationship Id="rId50" Type="http://schemas.openxmlformats.org/officeDocument/2006/relationships/font" Target="fonts/ComicRelief-regular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UI present on current slide: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legacy_bgservice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flame_menubar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flame_img/happypoagy.png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flame_mbicons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legacy_playbutton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flame_txt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flame_badges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flame_news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flame_gamecarousel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legacy_backbutton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legacy_altplaybutton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194a4fe9424dd655_6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h194a4fe9424dd655_6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194a4fe9424dd655_6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h194a4fe9424dd655_6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63b3da3befb7e99b_217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h63b3da3befb7e99b_217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8" name="Google Shape;408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h63b3da3befb7e99b_21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h63b3da3befb7e99b_2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12.png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11.xml"/><Relationship Id="rId4" Type="http://schemas.openxmlformats.org/officeDocument/2006/relationships/image" Target="../media/image3.png"/><Relationship Id="rId9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4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11.xml"/><Relationship Id="rId4" Type="http://schemas.openxmlformats.org/officeDocument/2006/relationships/image" Target="../media/image3.png"/><Relationship Id="rId9" Type="http://schemas.openxmlformats.org/officeDocument/2006/relationships/slide" Target="/ppt/slides/slide13.xml"/><Relationship Id="rId15" Type="http://schemas.openxmlformats.org/officeDocument/2006/relationships/image" Target="../media/image12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3.xml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3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1.xml"/><Relationship Id="rId4" Type="http://schemas.openxmlformats.org/officeDocument/2006/relationships/image" Target="../media/image3.png"/><Relationship Id="rId9" Type="http://schemas.openxmlformats.org/officeDocument/2006/relationships/slide" Target="/ppt/slides/slide2.xml"/><Relationship Id="rId15" Type="http://schemas.openxmlformats.org/officeDocument/2006/relationships/image" Target="../media/image12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4.xml"/><Relationship Id="rId8" Type="http://schemas.openxmlformats.org/officeDocument/2006/relationships/slide" Target="/ppt/slides/slide1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5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11.xml"/><Relationship Id="rId4" Type="http://schemas.openxmlformats.org/officeDocument/2006/relationships/image" Target="../media/image3.png"/><Relationship Id="rId9" Type="http://schemas.openxmlformats.org/officeDocument/2006/relationships/slide" Target="/ppt/slides/slide22.xml"/><Relationship Id="rId15" Type="http://schemas.openxmlformats.org/officeDocument/2006/relationships/image" Target="../media/image12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2.xml"/><Relationship Id="rId8" Type="http://schemas.openxmlformats.org/officeDocument/2006/relationships/slide" Target="/ppt/slides/slide1.xml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5.xml"/><Relationship Id="rId10" Type="http://schemas.openxmlformats.org/officeDocument/2006/relationships/slide" Target="/ppt/slides/slide2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11.xml"/><Relationship Id="rId4" Type="http://schemas.openxmlformats.org/officeDocument/2006/relationships/image" Target="../media/image3.png"/><Relationship Id="rId9" Type="http://schemas.openxmlformats.org/officeDocument/2006/relationships/slide" Target="/ppt/slides/slide4.xml"/><Relationship Id="rId15" Type="http://schemas.openxmlformats.org/officeDocument/2006/relationships/image" Target="../media/image12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22.xml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2.xml"/><Relationship Id="rId13" Type="http://schemas.openxmlformats.org/officeDocument/2006/relationships/image" Target="../media/image6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1.xml"/><Relationship Id="rId4" Type="http://schemas.openxmlformats.org/officeDocument/2006/relationships/image" Target="../media/image3.png"/><Relationship Id="rId9" Type="http://schemas.openxmlformats.org/officeDocument/2006/relationships/slide" Target="/ppt/slides/slide13.xml"/><Relationship Id="rId15" Type="http://schemas.openxmlformats.org/officeDocument/2006/relationships/slide" Target="/ppt/slides/slide12.xml"/><Relationship Id="rId14" Type="http://schemas.openxmlformats.org/officeDocument/2006/relationships/slide" Target="/ppt/slides/slide4.xml"/><Relationship Id="rId16" Type="http://schemas.openxmlformats.org/officeDocument/2006/relationships/image" Target="../media/image12.png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7.xml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3.xml"/><Relationship Id="rId13" Type="http://schemas.openxmlformats.org/officeDocument/2006/relationships/slide" Target="/ppt/slides/slide7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1.xml"/><Relationship Id="rId4" Type="http://schemas.openxmlformats.org/officeDocument/2006/relationships/image" Target="../media/image3.png"/><Relationship Id="rId9" Type="http://schemas.openxmlformats.org/officeDocument/2006/relationships/slide" Target="/ppt/slides/slide3.xml"/><Relationship Id="rId15" Type="http://schemas.openxmlformats.org/officeDocument/2006/relationships/slide" Target="/ppt/slides/slide4.xml"/><Relationship Id="rId14" Type="http://schemas.openxmlformats.org/officeDocument/2006/relationships/image" Target="../media/image6.png"/><Relationship Id="rId17" Type="http://schemas.openxmlformats.org/officeDocument/2006/relationships/image" Target="../media/image12.png"/><Relationship Id="rId16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1.png"/><Relationship Id="rId7" Type="http://schemas.openxmlformats.org/officeDocument/2006/relationships/slide" Target="/ppt/slides/slide1.xml"/><Relationship Id="rId8" Type="http://schemas.openxmlformats.org/officeDocument/2006/relationships/slide" Target="/ppt/slides/slide6.xml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12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slide" Target="/ppt/slides/slide12.xml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2.xml"/><Relationship Id="rId10" Type="http://schemas.openxmlformats.org/officeDocument/2006/relationships/image" Target="../media/image6.png"/><Relationship Id="rId12" Type="http://schemas.openxmlformats.org/officeDocument/2006/relationships/image" Target="../media/image12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slide" Target="/ppt/slides/slide9.xml"/><Relationship Id="rId5" Type="http://schemas.openxmlformats.org/officeDocument/2006/relationships/image" Target="../media/image2.png"/><Relationship Id="rId6" Type="http://schemas.openxmlformats.org/officeDocument/2006/relationships/slide" Target="/ppt/slides/slide1.xml"/><Relationship Id="rId7" Type="http://schemas.openxmlformats.org/officeDocument/2006/relationships/slide" Target="/ppt/slides/slide10.xml"/><Relationship Id="rId8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2.xml"/><Relationship Id="rId10" Type="http://schemas.openxmlformats.org/officeDocument/2006/relationships/image" Target="../media/image6.png"/><Relationship Id="rId12" Type="http://schemas.openxmlformats.org/officeDocument/2006/relationships/image" Target="../media/image12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1.xml"/><Relationship Id="rId4" Type="http://schemas.openxmlformats.org/officeDocument/2006/relationships/image" Target="../media/image1.png"/><Relationship Id="rId9" Type="http://schemas.openxmlformats.org/officeDocument/2006/relationships/slide" Target="/ppt/slides/slide10.xml"/><Relationship Id="rId5" Type="http://schemas.openxmlformats.org/officeDocument/2006/relationships/image" Target="../media/image2.png"/><Relationship Id="rId6" Type="http://schemas.openxmlformats.org/officeDocument/2006/relationships/slide" Target="/ppt/slides/slide1.xml"/><Relationship Id="rId7" Type="http://schemas.openxmlformats.org/officeDocument/2006/relationships/slide" Target="/ppt/slides/slide9.xml"/><Relationship Id="rId8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image" Target="../media/image13.png"/><Relationship Id="rId13" Type="http://schemas.openxmlformats.org/officeDocument/2006/relationships/image" Target="../media/image6.png"/><Relationship Id="rId12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12.png"/><Relationship Id="rId14" Type="http://schemas.openxmlformats.org/officeDocument/2006/relationships/slide" Target="/ppt/slides/slide12.xml"/><Relationship Id="rId5" Type="http://schemas.openxmlformats.org/officeDocument/2006/relationships/slide" Target="/ppt/slides/slide1.xml"/><Relationship Id="rId6" Type="http://schemas.openxmlformats.org/officeDocument/2006/relationships/image" Target="../media/image11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2.xml.rels><?xml version="1.0" encoding="UTF-8" standalone="yes"?><Relationships xmlns="http://schemas.openxmlformats.org/package/2006/relationships"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11.png"/><Relationship Id="rId7" Type="http://schemas.openxmlformats.org/officeDocument/2006/relationships/slide" Target="/ppt/slides/slide1.xml"/><Relationship Id="rId8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jpg"/><Relationship Id="rId4" Type="http://schemas.openxmlformats.org/officeDocument/2006/relationships/slide" Target="/ppt/slides/slide14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Relationship Id="rId4" Type="http://schemas.openxmlformats.org/officeDocument/2006/relationships/slide" Target="/ppt/slides/slide15.xml"/><Relationship Id="rId5" Type="http://schemas.openxmlformats.org/officeDocument/2006/relationships/slide" Target="/ppt/slides/slide19.xml"/><Relationship Id="rId6" Type="http://schemas.openxmlformats.org/officeDocument/2006/relationships/image" Target="../media/image9.png"/><Relationship Id="rId7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jpg"/><Relationship Id="rId4" Type="http://schemas.openxmlformats.org/officeDocument/2006/relationships/slide" Target="/ppt/slides/slide18.xml"/><Relationship Id="rId5" Type="http://schemas.openxmlformats.org/officeDocument/2006/relationships/slide" Target="/ppt/slides/slide16.xml"/><Relationship Id="rId6" Type="http://schemas.openxmlformats.org/officeDocument/2006/relationships/image" Target="../media/image9.png"/><Relationship Id="rId7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jpg"/><Relationship Id="rId4" Type="http://schemas.openxmlformats.org/officeDocument/2006/relationships/slide" Target="/ppt/slides/slide17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jpg"/><Relationship Id="rId4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jpg"/><Relationship Id="rId4" Type="http://schemas.openxmlformats.org/officeDocument/2006/relationships/slide" Target="/ppt/slides/slide20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jpg"/><Relationship Id="rId4" Type="http://schemas.openxmlformats.org/officeDocument/2006/relationships/slide" Target="/ppt/slides/slide21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jpg"/><Relationship Id="rId4" Type="http://schemas.openxmlformats.org/officeDocument/2006/relationships/slide" Target="/ppt/slides/slide2.xml"/><Relationship Id="rId5" Type="http://schemas.openxmlformats.org/officeDocument/2006/relationships/image" Target="../media/image9.png"/><Relationship Id="rId6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slide" Target="/ppt/slides/slide24.xml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5.jpg"/><Relationship Id="rId4" Type="http://schemas.openxmlformats.org/officeDocument/2006/relationships/slide" Target="/ppt/slides/slide25.xml"/><Relationship Id="rId5" Type="http://schemas.openxmlformats.org/officeDocument/2006/relationships/slide" Target="/ppt/slides/slide26.xml"/><Relationship Id="rId6" Type="http://schemas.openxmlformats.org/officeDocument/2006/relationships/slide" Target="/ppt/slides/slide27.xml"/><Relationship Id="rId7" Type="http://schemas.openxmlformats.org/officeDocument/2006/relationships/slide" Target="/ppt/slides/slide28.xml"/><Relationship Id="rId8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[POAGY_CLOCK]" id="100" name="Google Shape;100;p2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06:22 PM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1" name="Google Shape;101;p25"/>
          <p:cNvSpPr/>
          <p:nvPr/>
        </p:nvSpPr>
        <p:spPr>
          <a:xfrm>
            <a:off x="0" y="216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6" name="Google Shape;106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1" name="Google Shape;121;p26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2" name="Google Shape;122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3" name="Google Shape;123;p26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4" name="Google Shape;124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26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6" name="Google Shape;126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7" name="Google Shape;127;p26">
            <a:hlinkClick action="ppaction://hlinksldjump" r:id="rId10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8" name="Google Shape;128;p26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30" name="Google Shape;130;p26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131" name="Google Shape;131;p2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2" name="Google Shape;142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698631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4" name="Google Shape;144;p27">
            <a:hlinkClick action="ppaction://hlinksldjump" r:id="rId7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45" name="Google Shape;145;p27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6" name="Google Shape;146;p27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7" name="Google Shape;147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8" name="Google Shape;148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27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50" name="Google Shape;150;p2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2" name="Google Shape;152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53" name="Google Shape;153;p27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54" name="Google Shape;154;p27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0" name="Google Shape;160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5" name="Google Shape;165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6" name="Google Shape;166;p28">
            <a:hlinkClick action="ppaction://hlinksldjump" r:id="rId7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67" name="Google Shape;167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8" name="Google Shape;168;p28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9" name="Google Shape;169;p28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70" name="Google Shape;170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71" name="Google Shape;171;p28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2" name="Google Shape;172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3" name="Google Shape;173;p28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75" name="Google Shape;175;p28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76" name="Google Shape;176;p28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29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9" name="Google Shape;189;p29">
            <a:hlinkClick action="ppaction://hlinksldjump" r:id="rId8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90" name="Google Shape;190;p29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91" name="Google Shape;191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92" name="Google Shape;192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29">
            <a:hlinkClick action="ppaction://hlinksldjump" r:id="rId10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4" name="Google Shape;194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5" name="Google Shape;195;p29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97" name="Google Shape;197;p29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</a:t>
            </a:r>
            <a:r>
              <a:rPr lang="en" sz="1200"/>
              <a:t>our did it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98" name="Google Shape;198;p29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99" name="Google Shape;199;p29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30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30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0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0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0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0" name="Google Shape;210;p30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30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12" name="Google Shape;212;p30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13" name="Google Shape;213;p30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14" name="Google Shape;214;p30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5" name="Google Shape;215;p30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16" name="Google Shape;216;p30">
            <a:hlinkClick action="ppaction://hlinksldjump" r:id="rId10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17" name="Google Shape;217;p30">
            <a:hlinkClick action="ppaction://hlinksldjump" r:id="rId11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18" name="Google Shape;218;p30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0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DDDDD"/>
              </a:gs>
              <a:gs pos="100000">
                <a:srgbClr val="91919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poagy.gs+</a:t>
            </a:r>
            <a:endParaRPr sz="400"/>
          </a:p>
        </p:txBody>
      </p:sp>
      <p:sp>
        <p:nvSpPr>
          <p:cNvPr id="220" name="Google Shape;220;p30">
            <a:hlinkClick action="ppaction://hlinksldjump" r:id="rId14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221" name="Google Shape;221;p30">
            <a:hlinkClick action="ppaction://hlinksldjump" r:id="rId15"/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1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31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1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1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32" name="Google Shape;232;p31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31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34" name="Google Shape;234;p31">
            <a:hlinkClick action="ppaction://hlinksldjump" r:id="rId8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35" name="Google Shape;235;p31">
            <a:hlinkClick action="ppaction://hlinksldjump" r:id="rId9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36" name="Google Shape;236;p31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31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38" name="Google Shape;238;p31">
            <a:hlinkClick action="ppaction://hlinksldjump" r:id="rId11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39" name="Google Shape;239;p31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40" name="Google Shape;240;p31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1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42" name="Google Shape;242;p31">
            <a:hlinkClick action="ppaction://hlinksldjump" r:id="rId15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43" name="Google Shape;243;p31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2" title="littlepoagy-nobg.png"/>
          <p:cNvPicPr preferRelativeResize="0"/>
          <p:nvPr/>
        </p:nvPicPr>
        <p:blipFill rotWithShape="1">
          <a:blip r:embed="rId6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2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33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33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3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2026.1015.0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15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proper news panel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real time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clock to poagy.gs Home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(20261013.2):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bugs.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62" name="Google Shape;262;p33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63" name="Google Shape;263;p33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64" name="Google Shape;264;p33">
            <a:hlinkClick action="ppaction://hlinksldjump" r:id="rId7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65" name="Google Shape;265;p33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3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3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4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34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4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34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76" name="Google Shape;276;p34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77" name="Google Shape;277;p34">
            <a:hlinkClick action="ppaction://hlinksldjump" r:id="rId7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78" name="Google Shape;278;p34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79" name="Google Shape;279;p34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34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34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7" name="Google Shape;287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35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35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90" name="Google Shape;290;p35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5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92" name="Google Shape;292;p35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93" name="Google Shape;293;p35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94" name="Google Shape;294;p35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95" name="Google Shape;295;p35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5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5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2026.1015.0</a:t>
            </a:r>
            <a:r>
              <a:rPr lang="en" sz="600">
                <a:solidFill>
                  <a:schemeClr val="lt1"/>
                </a:solidFill>
              </a:rPr>
              <a:t>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299" name="Google Shape;299;p35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00" name="Google Shape;300;p35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5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36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6"/>
          <p:cNvSpPr/>
          <p:nvPr/>
        </p:nvSpPr>
        <p:spPr>
          <a:xfrm>
            <a:off x="61116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Comic Relief"/>
                <a:ea typeface="Comic Relief"/>
                <a:cs typeface="Comic Relief"/>
                <a:sym typeface="Comic Relief"/>
              </a:rPr>
              <a:t>News</a:t>
            </a:r>
            <a:endParaRPr sz="1800">
              <a:solidFill>
                <a:srgbClr val="FF00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Updates about poagy.gs+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10" name="Google Shape;310;p36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36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312" name="Google Shape;312;p3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6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7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7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320" name="Google Shape;320;p37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321" name="Google Shape;321;p37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7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8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28" name="Google Shape;328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329" name="Google Shape;329;p38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330" name="Google Shape;330;p38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331" name="Google Shape;331;p38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8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9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38" name="Google Shape;338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339" name="Google Shape;339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340" name="Google Shape;340;p39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341" name="Google Shape;341;p39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9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48" name="Google Shape;348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349" name="Google Shape;349;p40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350" name="Google Shape;350;p40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40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357" name="Google Shape;357;p41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358" name="Google Shape;358;p41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364" name="Google Shape;364;p42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365" name="Google Shape;365;p4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3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71" name="Google Shape;371;p43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372" name="Google Shape;372;p43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373" name="Google Shape;373;p43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43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80" name="Google Shape;380;p4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381" name="Google Shape;381;p44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382" name="Google Shape;382;p44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383" name="Google Shape;383;p4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4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391" name="Google Shape;391;p45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392" name="Google Shape;392;p45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393" name="Google Shape;393;p45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45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4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3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6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6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46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46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6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7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7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7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7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48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4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4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1" name="Google Shape;421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4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48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8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8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48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48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8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7" name="Google Shape;437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3" name="Google Shape;443;p49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444" name="Google Shape;444;p49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49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6" name="Google Shape;446;p49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5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5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5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5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6" name="Google Shape;456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5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2" name="Google Shape;462;p50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63" name="Google Shape;463;p50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50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50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5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5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5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5" name="Google Shape;475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5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5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5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1" name="Google Shape;481;p51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82" name="Google Shape;482;p51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51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4" name="Google Shape;484;p51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52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2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2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2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4" name="Google Shape;494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52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2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2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2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2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0" name="Google Shape;500;p52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01" name="Google Shape;501;p52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52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3" name="Google Shape;503;p52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52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your did 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5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3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Poagy pantry defense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11" name="Google Shape;511;p53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12" name="Google Shape;512;p53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13" name="Google Shape;513;p53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514" name="Google Shape;514;p53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53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6" name="Google Shape;516;p53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