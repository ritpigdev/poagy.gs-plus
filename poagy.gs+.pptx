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embeddedFontLst>
    <p:embeddedFont>
      <p:font typeface="Inter"/>
      <p:regular r:id="rId33"/>
      <p:bold r:id="rId34"/>
      <p:italic r:id="rId35"/>
      <p:boldItalic r:id="rId36"/>
    </p:embeddedFont>
    <p:embeddedFont>
      <p:font typeface="Pacifico"/>
      <p:regular r:id="rId37"/>
    </p:embeddedFont>
    <p:embeddedFont>
      <p:font typeface="Lexend"/>
      <p:regular r:id="rId38"/>
      <p:bold r:id="rId39"/>
    </p:embeddedFont>
    <p:embeddedFont>
      <p:font typeface="Oswald"/>
      <p:regular r:id="rId40"/>
      <p:bold r:id="rId41"/>
    </p:embeddedFont>
    <p:embeddedFont>
      <p:font typeface="Inter ExtraLight"/>
      <p:regular r:id="rId42"/>
      <p:bold r:id="rId43"/>
      <p:italic r:id="rId44"/>
      <p:boldItalic r:id="rId45"/>
    </p:embeddedFont>
    <p:embeddedFont>
      <p:font typeface="Comic Relief"/>
      <p:regular r:id="rId46"/>
      <p:bold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swald-regular.fntdata"/><Relationship Id="rId20" Type="http://schemas.openxmlformats.org/officeDocument/2006/relationships/slide" Target="slides/slide14.xml"/><Relationship Id="rId42" Type="http://schemas.openxmlformats.org/officeDocument/2006/relationships/font" Target="fonts/InterExtraLight-regular.fntdata"/><Relationship Id="rId41" Type="http://schemas.openxmlformats.org/officeDocument/2006/relationships/font" Target="fonts/Oswald-bold.fntdata"/><Relationship Id="rId22" Type="http://schemas.openxmlformats.org/officeDocument/2006/relationships/slide" Target="slides/slide16.xml"/><Relationship Id="rId44" Type="http://schemas.openxmlformats.org/officeDocument/2006/relationships/font" Target="fonts/InterExtraLight-italic.fntdata"/><Relationship Id="rId21" Type="http://schemas.openxmlformats.org/officeDocument/2006/relationships/slide" Target="slides/slide15.xml"/><Relationship Id="rId43" Type="http://schemas.openxmlformats.org/officeDocument/2006/relationships/font" Target="fonts/InterExtraLight-bold.fntdata"/><Relationship Id="rId24" Type="http://schemas.openxmlformats.org/officeDocument/2006/relationships/slide" Target="slides/slide18.xml"/><Relationship Id="rId46" Type="http://schemas.openxmlformats.org/officeDocument/2006/relationships/font" Target="fonts/ComicRelief-regular.fntdata"/><Relationship Id="rId23" Type="http://schemas.openxmlformats.org/officeDocument/2006/relationships/slide" Target="slides/slide17.xml"/><Relationship Id="rId45" Type="http://schemas.openxmlformats.org/officeDocument/2006/relationships/font" Target="fonts/InterExtraLight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47" Type="http://schemas.openxmlformats.org/officeDocument/2006/relationships/font" Target="fonts/ComicRelief-bold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Inter-regular.fntdata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font" Target="fonts/Inter-italic.fntdata"/><Relationship Id="rId12" Type="http://schemas.openxmlformats.org/officeDocument/2006/relationships/slide" Target="slides/slide6.xml"/><Relationship Id="rId34" Type="http://schemas.openxmlformats.org/officeDocument/2006/relationships/font" Target="fonts/Inter-bold.fntdata"/><Relationship Id="rId15" Type="http://schemas.openxmlformats.org/officeDocument/2006/relationships/slide" Target="slides/slide9.xml"/><Relationship Id="rId37" Type="http://schemas.openxmlformats.org/officeDocument/2006/relationships/font" Target="fonts/Pacifico-regular.fntdata"/><Relationship Id="rId14" Type="http://schemas.openxmlformats.org/officeDocument/2006/relationships/slide" Target="slides/slide8.xml"/><Relationship Id="rId36" Type="http://schemas.openxmlformats.org/officeDocument/2006/relationships/font" Target="fonts/Inter-boldItalic.fntdata"/><Relationship Id="rId17" Type="http://schemas.openxmlformats.org/officeDocument/2006/relationships/slide" Target="slides/slide11.xml"/><Relationship Id="rId39" Type="http://schemas.openxmlformats.org/officeDocument/2006/relationships/font" Target="fonts/Lexend-bold.fntdata"/><Relationship Id="rId16" Type="http://schemas.openxmlformats.org/officeDocument/2006/relationships/slide" Target="slides/slide10.xml"/><Relationship Id="rId38" Type="http://schemas.openxmlformats.org/officeDocument/2006/relationships/font" Target="fonts/Lexend-regular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1" name="Google Shape;351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6" name="Google Shape;366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8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6.xml"/><Relationship Id="rId5" Type="http://schemas.openxmlformats.org/officeDocument/2006/relationships/slide" Target="/ppt/slides/slide7.xml"/><Relationship Id="rId6" Type="http://schemas.openxmlformats.org/officeDocument/2006/relationships/image" Target="../media/image1.png"/><Relationship Id="rId7" Type="http://schemas.openxmlformats.org/officeDocument/2006/relationships/image" Target="../media/image5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0.xml"/><Relationship Id="rId10" Type="http://schemas.openxmlformats.org/officeDocument/2006/relationships/slide" Target="/ppt/slides/slide3.xml"/><Relationship Id="rId13" Type="http://schemas.openxmlformats.org/officeDocument/2006/relationships/slide" Target="/ppt/slides/slide2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1.xml"/><Relationship Id="rId14" Type="http://schemas.openxmlformats.org/officeDocument/2006/relationships/image" Target="../media/image11.png"/><Relationship Id="rId5" Type="http://schemas.openxmlformats.org/officeDocument/2006/relationships/slide" Target="/ppt/slides/slide7.xml"/><Relationship Id="rId6" Type="http://schemas.openxmlformats.org/officeDocument/2006/relationships/image" Target="../media/image1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.xml"/><Relationship Id="rId13" Type="http://schemas.openxmlformats.org/officeDocument/2006/relationships/slide" Target="/ppt/slides/slide3.xml"/><Relationship Id="rId12" Type="http://schemas.openxmlformats.org/officeDocument/2006/relationships/slide" Target="/ppt/slides/slide10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4.xml"/><Relationship Id="rId14" Type="http://schemas.openxmlformats.org/officeDocument/2006/relationships/image" Target="../media/image11.png"/><Relationship Id="rId5" Type="http://schemas.openxmlformats.org/officeDocument/2006/relationships/slide" Target="/ppt/slides/slide7.xml"/><Relationship Id="rId6" Type="http://schemas.openxmlformats.org/officeDocument/2006/relationships/image" Target="../media/image1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9.xml"/><Relationship Id="rId10" Type="http://schemas.openxmlformats.org/officeDocument/2006/relationships/slide" Target="/ppt/slides/slide1.xml"/><Relationship Id="rId13" Type="http://schemas.openxmlformats.org/officeDocument/2006/relationships/slide" Target="/ppt/slides/slide4.xml"/><Relationship Id="rId12" Type="http://schemas.openxmlformats.org/officeDocument/2006/relationships/slide" Target="/ppt/slides/slide5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2.xml"/><Relationship Id="rId14" Type="http://schemas.openxmlformats.org/officeDocument/2006/relationships/image" Target="../media/image11.png"/><Relationship Id="rId5" Type="http://schemas.openxmlformats.org/officeDocument/2006/relationships/slide" Target="/ppt/slides/slide7.xml"/><Relationship Id="rId6" Type="http://schemas.openxmlformats.org/officeDocument/2006/relationships/image" Target="../media/image1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19.xml"/><Relationship Id="rId13" Type="http://schemas.openxmlformats.org/officeDocument/2006/relationships/slide" Target="/ppt/slides/slide5.xml"/><Relationship Id="rId12" Type="http://schemas.openxmlformats.org/officeDocument/2006/relationships/slide" Target="/ppt/slides/slide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9.xml"/><Relationship Id="rId4" Type="http://schemas.openxmlformats.org/officeDocument/2006/relationships/image" Target="../media/image3.png"/><Relationship Id="rId9" Type="http://schemas.openxmlformats.org/officeDocument/2006/relationships/slide" Target="/ppt/slides/slide1.xml"/><Relationship Id="rId14" Type="http://schemas.openxmlformats.org/officeDocument/2006/relationships/image" Target="../media/image11.png"/><Relationship Id="rId5" Type="http://schemas.openxmlformats.org/officeDocument/2006/relationships/slide" Target="/ppt/slides/slide7.xml"/><Relationship Id="rId6" Type="http://schemas.openxmlformats.org/officeDocument/2006/relationships/image" Target="../media/image1.png"/><Relationship Id="rId7" Type="http://schemas.openxmlformats.org/officeDocument/2006/relationships/slide" Target="/ppt/slides/slide6.xml"/><Relationship Id="rId8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6.xml"/><Relationship Id="rId10" Type="http://schemas.openxmlformats.org/officeDocument/2006/relationships/image" Target="../media/image8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6.xml"/><Relationship Id="rId5" Type="http://schemas.openxmlformats.org/officeDocument/2006/relationships/image" Target="../media/image5.png"/><Relationship Id="rId6" Type="http://schemas.openxmlformats.org/officeDocument/2006/relationships/hyperlink" Target="http://poagygs.blogspot.com" TargetMode="External"/><Relationship Id="rId7" Type="http://schemas.openxmlformats.org/officeDocument/2006/relationships/slide" Target="/ppt/slides/slide1.xml"/><Relationship Id="rId8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7.xml"/><Relationship Id="rId10" Type="http://schemas.openxmlformats.org/officeDocument/2006/relationships/image" Target="../media/image8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6.xml"/><Relationship Id="rId5" Type="http://schemas.openxmlformats.org/officeDocument/2006/relationships/image" Target="../media/image5.png"/><Relationship Id="rId6" Type="http://schemas.openxmlformats.org/officeDocument/2006/relationships/slide" Target="/ppt/slides/slide1.xml"/><Relationship Id="rId7" Type="http://schemas.openxmlformats.org/officeDocument/2006/relationships/slide" Target="/ppt/slides/slide8.xml"/><Relationship Id="rId8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8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6.xml"/><Relationship Id="rId5" Type="http://schemas.openxmlformats.org/officeDocument/2006/relationships/image" Target="../media/image5.png"/><Relationship Id="rId6" Type="http://schemas.openxmlformats.org/officeDocument/2006/relationships/slide" Target="/ppt/slides/slide1.xml"/><Relationship Id="rId7" Type="http://schemas.openxmlformats.org/officeDocument/2006/relationships/slide" Target="/ppt/slides/slide7.xml"/><Relationship Id="rId8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6.png"/><Relationship Id="rId10" Type="http://schemas.openxmlformats.org/officeDocument/2006/relationships/image" Target="../media/image7.png"/><Relationship Id="rId13" Type="http://schemas.openxmlformats.org/officeDocument/2006/relationships/image" Target="../media/image8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11.png"/><Relationship Id="rId14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9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Relationship Id="rId4" Type="http://schemas.openxmlformats.org/officeDocument/2006/relationships/slide" Target="/ppt/slides/slide11.xml"/><Relationship Id="rId5" Type="http://schemas.openxmlformats.org/officeDocument/2006/relationships/image" Target="../media/image13.png"/><Relationship Id="rId6" Type="http://schemas.openxmlformats.org/officeDocument/2006/relationships/slide" Target="/ppt/slides/slide2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Relationship Id="rId4" Type="http://schemas.openxmlformats.org/officeDocument/2006/relationships/slide" Target="/ppt/slides/slide12.xml"/><Relationship Id="rId5" Type="http://schemas.openxmlformats.org/officeDocument/2006/relationships/slide" Target="/ppt/slides/slide16.xml"/><Relationship Id="rId6" Type="http://schemas.openxmlformats.org/officeDocument/2006/relationships/image" Target="../media/image13.png"/><Relationship Id="rId7" Type="http://schemas.openxmlformats.org/officeDocument/2006/relationships/slide" Target="/ppt/slides/slide2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jpg"/><Relationship Id="rId4" Type="http://schemas.openxmlformats.org/officeDocument/2006/relationships/slide" Target="/ppt/slides/slide15.xml"/><Relationship Id="rId5" Type="http://schemas.openxmlformats.org/officeDocument/2006/relationships/slide" Target="/ppt/slides/slide13.xml"/><Relationship Id="rId6" Type="http://schemas.openxmlformats.org/officeDocument/2006/relationships/image" Target="../media/image13.png"/><Relationship Id="rId7" Type="http://schemas.openxmlformats.org/officeDocument/2006/relationships/slide" Target="/ppt/slides/slide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Relationship Id="rId4" Type="http://schemas.openxmlformats.org/officeDocument/2006/relationships/slide" Target="/ppt/slides/slide14.xml"/><Relationship Id="rId5" Type="http://schemas.openxmlformats.org/officeDocument/2006/relationships/image" Target="../media/image13.png"/><Relationship Id="rId6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Relationship Id="rId4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jpg"/><Relationship Id="rId4" Type="http://schemas.openxmlformats.org/officeDocument/2006/relationships/slide" Target="/ppt/slides/slide17.xml"/><Relationship Id="rId5" Type="http://schemas.openxmlformats.org/officeDocument/2006/relationships/image" Target="../media/image13.png"/><Relationship Id="rId6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jpg"/><Relationship Id="rId4" Type="http://schemas.openxmlformats.org/officeDocument/2006/relationships/slide" Target="/ppt/slides/slide18.xml"/><Relationship Id="rId5" Type="http://schemas.openxmlformats.org/officeDocument/2006/relationships/image" Target="../media/image13.png"/><Relationship Id="rId6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jpg"/><Relationship Id="rId4" Type="http://schemas.openxmlformats.org/officeDocument/2006/relationships/slide" Target="/ppt/slides/slide2.xml"/><Relationship Id="rId5" Type="http://schemas.openxmlformats.org/officeDocument/2006/relationships/image" Target="../media/image13.png"/><Relationship Id="rId6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slide" Target="/ppt/slides/slide21.xml"/><Relationship Id="rId4" Type="http://schemas.openxmlformats.org/officeDocument/2006/relationships/slide" Target="/ppt/slides/slide20.xml"/><Relationship Id="rId5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jpg"/><Relationship Id="rId4" Type="http://schemas.openxmlformats.org/officeDocument/2006/relationships/slide" Target="/ppt/slides/slide22.xml"/><Relationship Id="rId5" Type="http://schemas.openxmlformats.org/officeDocument/2006/relationships/slide" Target="/ppt/slides/slide23.xml"/><Relationship Id="rId6" Type="http://schemas.openxmlformats.org/officeDocument/2006/relationships/slide" Target="/ppt/slides/slide24.xml"/><Relationship Id="rId7" Type="http://schemas.openxmlformats.org/officeDocument/2006/relationships/slide" Target="/ppt/slides/slide25.xml"/><Relationship Id="rId8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jpg"/><Relationship Id="rId4" Type="http://schemas.openxmlformats.org/officeDocument/2006/relationships/slide" Target="/ppt/slides/slide19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/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5" name="Google Shape;105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1" name="Google Shape;121;p26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2" name="Google Shape;122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3" name="Google Shape;123;p26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26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6" name="Google Shape;126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7" name="Google Shape;127;p26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8" name="Google Shape;128;p26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0" name="Google Shape;140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2" name="Google Shape;142;p27">
            <a:hlinkClick action="ppaction://hlinksldjump" r:id="rId9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</a:t>
            </a:r>
            <a:r>
              <a:rPr lang="en" sz="1200"/>
              <a:t>ltra realistic poagy getting lost simulator</a:t>
            </a:r>
            <a:endParaRPr sz="1200"/>
          </a:p>
        </p:txBody>
      </p:sp>
      <p:sp>
        <p:nvSpPr>
          <p:cNvPr id="143" name="Google Shape;143;p27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4" name="Google Shape;144;p27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5" name="Google Shape;145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6" name="Google Shape;146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27">
            <a:hlinkClick action="ppaction://hlinksldjump" r:id="rId12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48" name="Google Shape;148;p27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8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0" name="Google Shape;160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1" name="Google Shape;161;p28">
            <a:hlinkClick action="ppaction://hlinksldjump" r:id="rId9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2" name="Google Shape;162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3" name="Google Shape;163;p28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4" name="Google Shape;164;p28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65" name="Google Shape;165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66" name="Google Shape;166;p28">
            <a:hlinkClick action="ppaction://hlinksldjump" r:id="rId12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67" name="Google Shape;167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8" name="Google Shape;168;p28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" name="Google Shape;174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9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0" name="Google Shape;180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1" name="Google Shape;181;p29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2" name="Google Shape;182;p29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83" name="Google Shape;183;p29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84" name="Google Shape;184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85" name="Google Shape;185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6" name="Google Shape;186;p29">
            <a:hlinkClick action="ppaction://hlinksldjump" r:id="rId12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87" name="Google Shape;187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88" name="Google Shape;188;p29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" name="Google Shape;194;p30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30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0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The news page isn’t finished yet.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In the meantime, check out our </a:t>
            </a:r>
            <a:r>
              <a:rPr lang="en" sz="1200" u="sng">
                <a:solidFill>
                  <a:schemeClr val="hlink"/>
                </a:solidFill>
                <a:latin typeface="Comic Relief"/>
                <a:ea typeface="Comic Relief"/>
                <a:cs typeface="Comic Relief"/>
                <a:sym typeface="Comic Relief"/>
                <a:hlinkClick r:id="rId6"/>
              </a:rPr>
              <a:t>blog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!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97" name="Google Shape;197;p30">
            <a:hlinkClick action="ppaction://hlinksldjump" r:id="rId7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News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198" name="Google Shape;198;p30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30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30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6" name="Google Shape;206;p31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1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1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2026.1013.0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13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Ports some conversations from poagy.gs classic.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(20261012.1):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Fixes some UI alignment issues.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09" name="Google Shape;209;p31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10" name="Google Shape;210;p31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11" name="Google Shape;211;p31">
            <a:hlinkClick action="ppaction://hlinksldjump" r:id="rId7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12" name="Google Shape;212;p31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1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31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" name="Google Shape;220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32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23" name="Google Shape;223;p32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24" name="Google Shape;224;p32">
            <a:hlinkClick action="ppaction://hlinksldjump" r:id="rId7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25" name="Google Shape;225;p32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26" name="Google Shape;226;p32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2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33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3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37" name="Google Shape;237;p33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3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39" name="Google Shape;239;p33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40" name="Google Shape;240;p33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41" name="Google Shape;241;p33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42" name="Google Shape;242;p33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33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3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3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20261013.0-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46" name="Google Shape;246;p33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47" name="Google Shape;247;p33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3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255" name="Google Shape;255;p34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256" name="Google Shape;256;p3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3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63" name="Google Shape;263;p3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264" name="Google Shape;264;p35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265" name="Google Shape;265;p35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266" name="Google Shape;266;p35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5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6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36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274" name="Google Shape;274;p36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275" name="Google Shape;275;p36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276" name="Google Shape;276;p36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6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284" name="Google Shape;284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285" name="Google Shape;285;p37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37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292" name="Google Shape;292;p38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293" name="Google Shape;293;p38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299" name="Google Shape;299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00" name="Google Shape;300;p3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07" name="Google Shape;307;p40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08" name="Google Shape;308;p40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40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1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16" name="Google Shape;316;p41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17" name="Google Shape;317;p41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18" name="Google Shape;318;p41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1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2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5" name="Google Shape;325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26" name="Google Shape;326;p42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27" name="Google Shape;327;p42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28" name="Google Shape;328;p42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42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42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2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3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3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43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3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3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3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4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44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4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44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45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5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5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45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5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5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5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5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5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5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6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6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6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46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2" name="Google Shape;372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46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6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6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6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46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8" name="Google Shape;378;p46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379" name="Google Shape;379;p46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6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46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6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7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47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47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47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1" name="Google Shape;391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47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7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7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7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7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7" name="Google Shape;397;p47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398" name="Google Shape;398;p47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47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0" name="Google Shape;400;p47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8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8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0" name="Google Shape;41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8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8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8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8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6" name="Google Shape;416;p48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17" name="Google Shape;417;p48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48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9" name="Google Shape;419;p48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4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9" name="Google Shape;429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5" name="Google Shape;435;p49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36" name="Google Shape;436;p49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49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8" name="Google Shape;438;p49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50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Happy Poagy conversation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45" name="Google Shape;445;p50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446" name="Google Shape;446;p50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47" name="Google Shape;447;p50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448" name="Google Shape;448;p50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50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50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