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embeddedFontLst>
    <p:embeddedFont>
      <p:font typeface="Inter"/>
      <p:regular r:id="rId37"/>
      <p:bold r:id="rId38"/>
      <p:italic r:id="rId39"/>
      <p:boldItalic r:id="rId40"/>
    </p:embeddedFont>
    <p:embeddedFont>
      <p:font typeface="Pacifico"/>
      <p:regular r:id="rId41"/>
    </p:embeddedFont>
    <p:embeddedFont>
      <p:font typeface="Lexend"/>
      <p:regular r:id="rId42"/>
      <p:bold r:id="rId43"/>
    </p:embeddedFont>
    <p:embeddedFont>
      <p:font typeface="Oswald"/>
      <p:regular r:id="rId44"/>
      <p:bold r:id="rId45"/>
    </p:embeddedFont>
    <p:embeddedFont>
      <p:font typeface="Inter ExtraLight"/>
      <p:regular r:id="rId46"/>
      <p:bold r:id="rId47"/>
      <p:italic r:id="rId48"/>
      <p:boldItalic r:id="rId49"/>
    </p:embeddedFont>
    <p:embeddedFont>
      <p:font typeface="Comic Relief"/>
      <p:regular r:id="rId50"/>
      <p:bold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-boldItalic.fntdata"/><Relationship Id="rId42" Type="http://schemas.openxmlformats.org/officeDocument/2006/relationships/font" Target="fonts/Lexend-regular.fntdata"/><Relationship Id="rId41" Type="http://schemas.openxmlformats.org/officeDocument/2006/relationships/font" Target="fonts/Pacifico-regular.fntdata"/><Relationship Id="rId44" Type="http://schemas.openxmlformats.org/officeDocument/2006/relationships/font" Target="fonts/Oswald-regular.fntdata"/><Relationship Id="rId43" Type="http://schemas.openxmlformats.org/officeDocument/2006/relationships/font" Target="fonts/Lexend-bold.fntdata"/><Relationship Id="rId46" Type="http://schemas.openxmlformats.org/officeDocument/2006/relationships/font" Target="fonts/InterExtraLight-regular.fntdata"/><Relationship Id="rId45" Type="http://schemas.openxmlformats.org/officeDocument/2006/relationships/font" Target="fonts/Oswal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48" Type="http://schemas.openxmlformats.org/officeDocument/2006/relationships/font" Target="fonts/InterExtraLight-italic.fntdata"/><Relationship Id="rId47" Type="http://schemas.openxmlformats.org/officeDocument/2006/relationships/font" Target="fonts/InterExtraLight-bold.fntdata"/><Relationship Id="rId49" Type="http://schemas.openxmlformats.org/officeDocument/2006/relationships/font" Target="fonts/InterExtraLight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font" Target="fonts/Inter-regular.fntdata"/><Relationship Id="rId36" Type="http://schemas.openxmlformats.org/officeDocument/2006/relationships/slide" Target="slides/slide30.xml"/><Relationship Id="rId39" Type="http://schemas.openxmlformats.org/officeDocument/2006/relationships/font" Target="fonts/Inter-italic.fntdata"/><Relationship Id="rId38" Type="http://schemas.openxmlformats.org/officeDocument/2006/relationships/font" Target="fonts/Inter-bold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ComicRelief-bold.fntdata"/><Relationship Id="rId50" Type="http://schemas.openxmlformats.org/officeDocument/2006/relationships/font" Target="fonts/ComicRelief-regular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UI present on current slide: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legacy_bgservice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flame_menubar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flame_img/happypoagy.png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flame_mbicons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legacy_playbutton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flame_txt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flame_badges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flame_news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flame_gamecarousel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legacy_backbutton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legacy_altplaybutton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194a4fe9424dd655_6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194a4fe9424dd655_6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94a4fe9424dd655_6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194a4fe9424dd655_6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flame_badges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flame_news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flame_gamecarousel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legacy_backbutton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legacy_altplaybutton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7" name="Google Shape;257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" name="Google Shape;272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legacy_poagimgservice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flame_txt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legacy_flyoutmenuservice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legacy_tabservice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UI present on current slide: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legacy_bgservice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flame_menubar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flame_img/happypoagy.png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flame_mbicons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legacy_playbutton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flame_sidepanel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>
                <a:solidFill>
                  <a:schemeClr val="dk1"/>
                </a:solidFill>
              </a:rPr>
              <a:t>flame-spcontent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63b3da3befb7e99b_217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63b3da3befb7e99b_217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h166a1cf4b5e3685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h166a1cf4b5e3685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166a1cf4b5e3685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h166a1cf4b5e3685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66a1cf4b5e36852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h166a1cf4b5e3685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…ok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h166a1cf4b5e3685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h166a1cf4b5e3685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Christmas?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h166a1cf4b5e3685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h166a1cf4b5e3685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h166a1cf4b5e36852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h166a1cf4b5e36852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h166a1cf4b5e36852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h166a1cf4b5e36852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Why?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h166a1cf4b5e36852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h166a1cf4b5e36852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movies do you like?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h166a1cf4b5e36852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h166a1cf4b5e36852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6" name="Google Shape;436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5" name="Google Shape;455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4" name="Google Shape;474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Title screen test for </a:t>
            </a:r>
            <a:r>
              <a:rPr lang="en"/>
              <a:t>Happy Poagy conversation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h63b3da3befb7e99b_21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4" name="Google Shape;524;h63b3da3befb7e99b_2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.xml"/><Relationship Id="rId10" Type="http://schemas.openxmlformats.org/officeDocument/2006/relationships/image" Target="../media/image6.png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4.xml"/><Relationship Id="rId13" Type="http://schemas.openxmlformats.org/officeDocument/2006/relationships/slide" Target="/ppt/slides/slide6.xml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3.xml"/><Relationship Id="rId15" Type="http://schemas.openxmlformats.org/officeDocument/2006/relationships/image" Target="../media/image6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1.xml"/><Relationship Id="rId8" Type="http://schemas.openxmlformats.org/officeDocument/2006/relationships/slide" Target="/ppt/slides/slide3.xml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3.xml"/><Relationship Id="rId13" Type="http://schemas.openxmlformats.org/officeDocument/2006/relationships/slide" Target="/ppt/slides/slide6.xml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2.xml"/><Relationship Id="rId15" Type="http://schemas.openxmlformats.org/officeDocument/2006/relationships/image" Target="../media/image6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4.xml"/><Relationship Id="rId8" Type="http://schemas.openxmlformats.org/officeDocument/2006/relationships/slide" Target="/ppt/slides/slide1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5.xml"/><Relationship Id="rId13" Type="http://schemas.openxmlformats.org/officeDocument/2006/relationships/slide" Target="/ppt/slides/slide6.xml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22.xml"/><Relationship Id="rId15" Type="http://schemas.openxmlformats.org/officeDocument/2006/relationships/image" Target="../media/image6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2.xml"/><Relationship Id="rId8" Type="http://schemas.openxmlformats.org/officeDocument/2006/relationships/slide" Target="/ppt/slides/slide1.xml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5.xml"/><Relationship Id="rId10" Type="http://schemas.openxmlformats.org/officeDocument/2006/relationships/slide" Target="/ppt/slides/slide2.xml"/><Relationship Id="rId13" Type="http://schemas.openxmlformats.org/officeDocument/2006/relationships/slide" Target="/ppt/slides/slide6.xml"/><Relationship Id="rId12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4.xml"/><Relationship Id="rId15" Type="http://schemas.openxmlformats.org/officeDocument/2006/relationships/image" Target="../media/image6.png"/><Relationship Id="rId14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1.xml"/><Relationship Id="rId8" Type="http://schemas.openxmlformats.org/officeDocument/2006/relationships/slide" Target="/ppt/slides/slide22.xml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4.xml"/><Relationship Id="rId10" Type="http://schemas.openxmlformats.org/officeDocument/2006/relationships/slide" Target="/ppt/slides/slide2.xml"/><Relationship Id="rId13" Type="http://schemas.openxmlformats.org/officeDocument/2006/relationships/image" Target="../media/image11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13.xml"/><Relationship Id="rId15" Type="http://schemas.openxmlformats.org/officeDocument/2006/relationships/slide" Target="/ppt/slides/slide12.xml"/><Relationship Id="rId14" Type="http://schemas.openxmlformats.org/officeDocument/2006/relationships/slide" Target="/ppt/slides/slide4.xml"/><Relationship Id="rId16" Type="http://schemas.openxmlformats.org/officeDocument/2006/relationships/image" Target="../media/image6.png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1.xml"/><Relationship Id="rId8" Type="http://schemas.openxmlformats.org/officeDocument/2006/relationships/slide" Target="/ppt/slides/slide7.xml"/></Relationships>
</file>

<file path=ppt/slides/_rels/slide7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3.xml"/><Relationship Id="rId13" Type="http://schemas.openxmlformats.org/officeDocument/2006/relationships/slide" Target="/ppt/slides/slide7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1.xml"/><Relationship Id="rId4" Type="http://schemas.openxmlformats.org/officeDocument/2006/relationships/image" Target="../media/image1.png"/><Relationship Id="rId9" Type="http://schemas.openxmlformats.org/officeDocument/2006/relationships/slide" Target="/ppt/slides/slide3.xml"/><Relationship Id="rId15" Type="http://schemas.openxmlformats.org/officeDocument/2006/relationships/slide" Target="/ppt/slides/slide4.xml"/><Relationship Id="rId14" Type="http://schemas.openxmlformats.org/officeDocument/2006/relationships/image" Target="../media/image11.png"/><Relationship Id="rId17" Type="http://schemas.openxmlformats.org/officeDocument/2006/relationships/image" Target="../media/image6.png"/><Relationship Id="rId16" Type="http://schemas.openxmlformats.org/officeDocument/2006/relationships/slide" Target="/ppt/slides/slide12.xml"/><Relationship Id="rId5" Type="http://schemas.openxmlformats.org/officeDocument/2006/relationships/slide" Target="/ppt/slides/slide9.xml"/><Relationship Id="rId6" Type="http://schemas.openxmlformats.org/officeDocument/2006/relationships/image" Target="../media/image2.png"/><Relationship Id="rId7" Type="http://schemas.openxmlformats.org/officeDocument/2006/relationships/slide" Target="/ppt/slides/slide1.xml"/><Relationship Id="rId8" Type="http://schemas.openxmlformats.org/officeDocument/2006/relationships/slide" Target="/ppt/slides/slide6.xml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6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12.xml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slide" Target="/ppt/slides/slide8.xml"/><Relationship Id="rId8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6.png"/><Relationship Id="rId10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slide" Target="/ppt/slides/slide10.xml"/><Relationship Id="rId7" Type="http://schemas.openxmlformats.org/officeDocument/2006/relationships/image" Target="../media/image1.png"/><Relationship Id="rId8" Type="http://schemas.openxmlformats.org/officeDocument/2006/relationships/slide" Target="/ppt/slides/slide9.xml"/></Relationships>
</file>

<file path=ppt/slides/_rels/slide10.xml.rels><?xml version="1.0" encoding="UTF-8" standalone="yes"?><Relationships xmlns="http://schemas.openxmlformats.org/package/2006/relationships"><Relationship Id="rId11" Type="http://schemas.openxmlformats.org/officeDocument/2006/relationships/image" Target="../media/image6.png"/><Relationship Id="rId10" Type="http://schemas.openxmlformats.org/officeDocument/2006/relationships/slide" Target="/ppt/slides/slide12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image" Target="../media/image11.png"/><Relationship Id="rId5" Type="http://schemas.openxmlformats.org/officeDocument/2006/relationships/image" Target="../media/image3.png"/><Relationship Id="rId6" Type="http://schemas.openxmlformats.org/officeDocument/2006/relationships/slide" Target="/ppt/slides/slide9.xml"/><Relationship Id="rId7" Type="http://schemas.openxmlformats.org/officeDocument/2006/relationships/image" Target="../media/image1.png"/><Relationship Id="rId8" Type="http://schemas.openxmlformats.org/officeDocument/2006/relationships/slide" Target="/ppt/slides/slide10.xml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.png"/><Relationship Id="rId10" Type="http://schemas.openxmlformats.org/officeDocument/2006/relationships/image" Target="../media/image16.png"/><Relationship Id="rId13" Type="http://schemas.openxmlformats.org/officeDocument/2006/relationships/image" Target="../media/image11.png"/><Relationship Id="rId12" Type="http://schemas.openxmlformats.org/officeDocument/2006/relationships/slide" Target="/ppt/slides/slide1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6.png"/><Relationship Id="rId14" Type="http://schemas.openxmlformats.org/officeDocument/2006/relationships/slide" Target="/ppt/slides/slide12.xml"/><Relationship Id="rId5" Type="http://schemas.openxmlformats.org/officeDocument/2006/relationships/slide" Target="/ppt/slides/slide1.xml"/><Relationship Id="rId6" Type="http://schemas.openxmlformats.org/officeDocument/2006/relationships/image" Target="../media/image9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2.xml.rels><?xml version="1.0" encoding="UTF-8" standalone="yes"?><Relationships xmlns="http://schemas.openxmlformats.org/package/2006/relationships"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9.png"/><Relationship Id="rId7" Type="http://schemas.openxmlformats.org/officeDocument/2006/relationships/slide" Target="/ppt/slides/slide1.xml"/><Relationship Id="rId8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jpg"/><Relationship Id="rId4" Type="http://schemas.openxmlformats.org/officeDocument/2006/relationships/slide" Target="/ppt/slides/slide14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jpg"/><Relationship Id="rId4" Type="http://schemas.openxmlformats.org/officeDocument/2006/relationships/slide" Target="/ppt/slides/slide15.xml"/><Relationship Id="rId5" Type="http://schemas.openxmlformats.org/officeDocument/2006/relationships/slide" Target="/ppt/slides/slide19.xml"/><Relationship Id="rId6" Type="http://schemas.openxmlformats.org/officeDocument/2006/relationships/image" Target="../media/image8.png"/><Relationship Id="rId7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jpg"/><Relationship Id="rId4" Type="http://schemas.openxmlformats.org/officeDocument/2006/relationships/slide" Target="/ppt/slides/slide18.xml"/><Relationship Id="rId5" Type="http://schemas.openxmlformats.org/officeDocument/2006/relationships/slide" Target="/ppt/slides/slide16.xml"/><Relationship Id="rId6" Type="http://schemas.openxmlformats.org/officeDocument/2006/relationships/image" Target="../media/image8.png"/><Relationship Id="rId7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Relationship Id="rId4" Type="http://schemas.openxmlformats.org/officeDocument/2006/relationships/slide" Target="/ppt/slides/slide17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jpg"/><Relationship Id="rId4" Type="http://schemas.openxmlformats.org/officeDocument/2006/relationships/slide" Target="/ppt/slides/slide2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jpg"/><Relationship Id="rId4" Type="http://schemas.openxmlformats.org/officeDocument/2006/relationships/slide" Target="/ppt/slides/slide2.xml"/><Relationship Id="rId5" Type="http://schemas.openxmlformats.org/officeDocument/2006/relationships/slide" Target="/ppt/slides/slide2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jpg"/><Relationship Id="rId4" Type="http://schemas.openxmlformats.org/officeDocument/2006/relationships/slide" Target="/ppt/slides/slide20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jpg"/><Relationship Id="rId4" Type="http://schemas.openxmlformats.org/officeDocument/2006/relationships/slide" Target="/ppt/slides/slide21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7.jpg"/><Relationship Id="rId4" Type="http://schemas.openxmlformats.org/officeDocument/2006/relationships/slide" Target="/ppt/slides/slide2.xml"/><Relationship Id="rId5" Type="http://schemas.openxmlformats.org/officeDocument/2006/relationships/image" Target="../media/image8.png"/><Relationship Id="rId6" Type="http://schemas.openxmlformats.org/officeDocument/2006/relationships/slide" Target="/ppt/slides/slide2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slide" Target="/ppt/slides/slide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slide" Target="/ppt/slides/slide24.xml"/><Relationship Id="rId4" Type="http://schemas.openxmlformats.org/officeDocument/2006/relationships/slide" Target="/ppt/slides/slide23.xml"/><Relationship Id="rId5" Type="http://schemas.openxmlformats.org/officeDocument/2006/relationships/slide" Target="/ppt/slides/slide2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jpg"/><Relationship Id="rId4" Type="http://schemas.openxmlformats.org/officeDocument/2006/relationships/slide" Target="/ppt/slides/slide25.xml"/><Relationship Id="rId5" Type="http://schemas.openxmlformats.org/officeDocument/2006/relationships/slide" Target="/ppt/slides/slide26.xml"/><Relationship Id="rId6" Type="http://schemas.openxmlformats.org/officeDocument/2006/relationships/slide" Target="/ppt/slides/slide27.xml"/><Relationship Id="rId7" Type="http://schemas.openxmlformats.org/officeDocument/2006/relationships/slide" Target="/ppt/slides/slide28.xml"/><Relationship Id="rId8" Type="http://schemas.openxmlformats.org/officeDocument/2006/relationships/slide" Target="/ppt/slides/slide2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jpg"/><Relationship Id="rId4" Type="http://schemas.openxmlformats.org/officeDocument/2006/relationships/slide" Target="/ppt/slides/slide22.xml"/><Relationship Id="rId5" Type="http://schemas.openxmlformats.org/officeDocument/2006/relationships/slide" Target="/ppt/slides/slide2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3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[POAGY_CLOCK]" id="100" name="Google Shape;100;p2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poagy.gs</a:t>
            </a:r>
            <a:r>
              <a:rPr lang="en">
                <a:solidFill>
                  <a:schemeClr val="dk1"/>
                </a:solidFill>
              </a:rPr>
              <a:t> Home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1" name="Google Shape;101;p25"/>
          <p:cNvSpPr/>
          <p:nvPr/>
        </p:nvSpPr>
        <p:spPr>
          <a:xfrm>
            <a:off x="0" y="2175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6" name="Google Shape;106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8" name="Google Shape;108;p25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14" name="Google Shape;114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1" name="Google Shape;121;p26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2" name="Google Shape;122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3" name="Google Shape;123;p26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26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26" name="Google Shape;126;p26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27" name="Google Shape;127;p26">
            <a:hlinkClick action="ppaction://hlinksldjump" r:id="rId10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28" name="Google Shape;128;p26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6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30" name="Google Shape;130;p26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131" name="Google Shape;131;p26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37" name="Google Shape;137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Happy Poagy conversation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42" name="Google Shape;142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3" name="Google Shape;143;p27"/>
          <p:cNvSpPr/>
          <p:nvPr/>
        </p:nvSpPr>
        <p:spPr>
          <a:xfrm>
            <a:off x="5452200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698631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44" name="Google Shape;144;p27">
            <a:hlinkClick action="ppaction://hlinksldjump" r:id="rId7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45" name="Google Shape;145;p27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6" name="Google Shape;146;p27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7" name="Google Shape;147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8" name="Google Shape;148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27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50" name="Google Shape;150;p27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7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152" name="Google Shape;152;p27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Crash a Poagy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53" name="Google Shape;153;p27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54" name="Google Shape;154;p27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60" name="Google Shape;160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65" name="Google Shape;165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6" name="Google Shape;166;p28">
            <a:hlinkClick action="ppaction://hlinksldjump" r:id="rId7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67" name="Google Shape;167;p28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8" name="Google Shape;168;p28">
            <a:hlinkClick action="ppaction://hlinksldjump" r:id="rId8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9" name="Google Shape;169;p28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70" name="Google Shape;170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71" name="Google Shape;171;p28">
            <a:hlinkClick action="ppaction://hlinksldjump" r:id="rId10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72" name="Google Shape;172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3" name="Google Shape;173;p28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75" name="Google Shape;175;p28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76" name="Google Shape;176;p28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>
                <a:latin typeface="Comic Relief"/>
                <a:ea typeface="Comic Relief"/>
                <a:cs typeface="Comic Relief"/>
                <a:sym typeface="Comic Relief"/>
              </a:rPr>
              <a:t>      Game selection</a:t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182" name="Google Shape;182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29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9" name="Google Shape;189;p29">
            <a:hlinkClick action="ppaction://hlinksldjump" r:id="rId8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90" name="Google Shape;190;p29">
            <a:hlinkClick action="ppaction://hlinksldjump" r:id="rId9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91" name="Google Shape;191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92" name="Google Shape;192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29">
            <a:hlinkClick action="ppaction://hlinksldjump" r:id="rId10"/>
          </p:cNvPr>
          <p:cNvSpPr/>
          <p:nvPr/>
        </p:nvSpPr>
        <p:spPr>
          <a:xfrm>
            <a:off x="721387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194" name="Google Shape;194;p29"/>
          <p:cNvSpPr/>
          <p:nvPr/>
        </p:nvSpPr>
        <p:spPr>
          <a:xfrm>
            <a:off x="5452200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195" name="Google Shape;195;p29">
            <a:hlinkClick action="ppaction://hlinksldjump" r:id="rId11"/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9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CB84DC"/>
              </a:gs>
              <a:gs pos="100000">
                <a:srgbClr val="EE616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PiggycraftGS</a:t>
            </a:r>
            <a:endParaRPr sz="400"/>
          </a:p>
        </p:txBody>
      </p:sp>
      <p:sp>
        <p:nvSpPr>
          <p:cNvPr id="197" name="Google Shape;197;p29"/>
          <p:cNvSpPr/>
          <p:nvPr/>
        </p:nvSpPr>
        <p:spPr>
          <a:xfrm>
            <a:off x="151925" y="2163450"/>
            <a:ext cx="3084900" cy="485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y</a:t>
            </a:r>
            <a:r>
              <a:rPr lang="en" sz="1200"/>
              <a:t>our did it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Added 10/13/2026</a:t>
            </a:r>
            <a:endParaRPr sz="800"/>
          </a:p>
        </p:txBody>
      </p:sp>
      <p:sp>
        <p:nvSpPr>
          <p:cNvPr id="198" name="Google Shape;198;p29">
            <a:hlinkClick action="ppaction://hlinksldjump" r:id="rId13"/>
          </p:cNvPr>
          <p:cNvSpPr/>
          <p:nvPr/>
        </p:nvSpPr>
        <p:spPr>
          <a:xfrm>
            <a:off x="7157825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199" name="Google Shape;199;p29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30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30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30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0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0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0" name="Google Shape;210;p30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30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12" name="Google Shape;212;p30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13" name="Google Shape;213;p30">
            <a:hlinkClick action="ppaction://hlinksldjump" r:id="rId8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14" name="Google Shape;214;p30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5" name="Google Shape;215;p30">
            <a:hlinkClick action="ppaction://hlinksldjump" r:id="rId9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16" name="Google Shape;216;p30">
            <a:hlinkClick action="ppaction://hlinksldjump" r:id="rId10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17" name="Google Shape;217;p30">
            <a:hlinkClick action="ppaction://hlinksldjump" r:id="rId11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18" name="Google Shape;218;p30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0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DDDDD"/>
              </a:gs>
              <a:gs pos="100000">
                <a:srgbClr val="91919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"/>
              <a:t>poagy.gs+</a:t>
            </a:r>
            <a:endParaRPr sz="400"/>
          </a:p>
        </p:txBody>
      </p:sp>
      <p:sp>
        <p:nvSpPr>
          <p:cNvPr id="220" name="Google Shape;220;p30">
            <a:hlinkClick action="ppaction://hlinksldjump" r:id="rId14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</a:t>
            </a:r>
            <a:r>
              <a:rPr lang="en" sz="1200"/>
              <a:t>oagy pantry defense</a:t>
            </a:r>
            <a:endParaRPr sz="1200"/>
          </a:p>
        </p:txBody>
      </p:sp>
      <p:pic>
        <p:nvPicPr>
          <p:cNvPr id="221" name="Google Shape;221;p30">
            <a:hlinkClick action="ppaction://hlinksldjump" r:id="rId15"/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1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31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31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1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32" name="Google Shape;232;p31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31">
            <a:hlinkClick action="ppaction://hlinksldjump" r:id="rId7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234" name="Google Shape;234;p31">
            <a:hlinkClick action="ppaction://hlinksldjump" r:id="rId8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235" name="Google Shape;235;p31">
            <a:hlinkClick action="ppaction://hlinksldjump" r:id="rId9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236" name="Google Shape;236;p31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31">
            <a:hlinkClick action="ppaction://hlinksldjump" r:id="rId10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238" name="Google Shape;238;p31">
            <a:hlinkClick action="ppaction://hlinksldjump" r:id="rId11"/>
          </p:cNvPr>
          <p:cNvSpPr/>
          <p:nvPr/>
        </p:nvSpPr>
        <p:spPr>
          <a:xfrm>
            <a:off x="7157825" y="350400"/>
            <a:ext cx="3678300" cy="597600"/>
          </a:xfrm>
          <a:prstGeom prst="rect">
            <a:avLst/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 conversation</a:t>
            </a:r>
            <a:endParaRPr sz="1200"/>
          </a:p>
        </p:txBody>
      </p:sp>
      <p:sp>
        <p:nvSpPr>
          <p:cNvPr id="239" name="Google Shape;239;p31">
            <a:hlinkClick action="ppaction://hlinksldjump" r:id="rId12"/>
          </p:cNvPr>
          <p:cNvSpPr/>
          <p:nvPr/>
        </p:nvSpPr>
        <p:spPr>
          <a:xfrm>
            <a:off x="7157825" y="9480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pic>
        <p:nvPicPr>
          <p:cNvPr id="240" name="Google Shape;240;p31">
            <a:hlinkClick action="ppaction://hlinksldjump" r:id="rId13"/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/>
          <p:nvPr/>
        </p:nvSpPr>
        <p:spPr>
          <a:xfrm>
            <a:off x="1252100" y="1637375"/>
            <a:ext cx="445500" cy="2046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/>
              <a:t>Classic</a:t>
            </a:r>
            <a:endParaRPr sz="500"/>
          </a:p>
        </p:txBody>
      </p:sp>
      <p:sp>
        <p:nvSpPr>
          <p:cNvPr id="242" name="Google Shape;242;p31">
            <a:hlinkClick action="ppaction://hlinksldjump" r:id="rId15"/>
          </p:cNvPr>
          <p:cNvSpPr/>
          <p:nvPr/>
        </p:nvSpPr>
        <p:spPr>
          <a:xfrm>
            <a:off x="5452200" y="1545600"/>
            <a:ext cx="3678300" cy="597600"/>
          </a:xfrm>
          <a:prstGeom prst="rect">
            <a:avLst/>
          </a:prstGeom>
          <a:gradFill>
            <a:gsLst>
              <a:gs pos="0">
                <a:srgbClr val="D9D9D9"/>
              </a:gs>
              <a:gs pos="100000">
                <a:srgbClr val="737373"/>
              </a:gs>
            </a:gsLst>
            <a:lin ang="2700006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pic>
        <p:nvPicPr>
          <p:cNvPr id="243" name="Google Shape;243;p31">
            <a:hlinkClick action="ppaction://hlinksldjump" r:id="rId16"/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48" name="Google Shape;248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9" name="Google Shape;249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2" title="littlepoagy-nobg.png"/>
          <p:cNvPicPr preferRelativeResize="0"/>
          <p:nvPr/>
        </p:nvPicPr>
        <p:blipFill rotWithShape="1">
          <a:blip r:embed="rId6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2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54" name="Google Shape;254;p32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59" name="Google Shape;259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33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33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2026.1020.0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15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proper news panel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Add 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real time</a:t>
            </a: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 clock to poagy.gs Home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(20261013.2):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Fix some UI bugs.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63" name="Google Shape;263;p33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64" name="Google Shape;264;p33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65" name="Google Shape;265;p33">
            <a:hlinkClick action="ppaction://hlinksldjump" r:id="rId6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66" name="Google Shape;266;p33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3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33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69" name="Google Shape;269;p33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74" name="Google Shape;274;p34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p34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34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4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79" name="Google Shape;279;p34">
            <a:hlinkClick action="ppaction://hlinksldjump" r:id="rId6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80" name="Google Shape;280;p34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81" name="Google Shape;281;p34" title="littlepoagy-nobg.png"/>
          <p:cNvPicPr preferRelativeResize="0"/>
          <p:nvPr/>
        </p:nvPicPr>
        <p:blipFill rotWithShape="1">
          <a:blip r:embed="rId7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34">
            <a:hlinkClick action="ppaction://hlinksldjump"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34">
            <a:hlinkClick action="ppaction://hlinksldjump" r:id="rId10"/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284" name="Google Shape;284;p34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289" name="Google Shape;289;p3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90" name="Google Shape;290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35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35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93" name="Google Shape;293;p35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35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95" name="Google Shape;295;p35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96" name="Google Shape;296;p35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97" name="Google Shape;297;p35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98" name="Google Shape;298;p35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5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35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35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2026.1020.0</a:t>
            </a:r>
            <a:r>
              <a:rPr lang="en" sz="600">
                <a:solidFill>
                  <a:schemeClr val="lt1"/>
                </a:solidFill>
              </a:rPr>
              <a:t>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302" name="Google Shape;302;p35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303" name="Google Shape;303;p35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5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05" name="Google Shape;305;p35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[POAGY_CLOCK]" id="310" name="Google Shape;310;p3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1" name="Google Shape;31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6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6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314" name="Google Shape;314;p36"/>
          <p:cNvSpPr/>
          <p:nvPr/>
        </p:nvSpPr>
        <p:spPr>
          <a:xfrm>
            <a:off x="61116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00"/>
                </a:solidFill>
                <a:latin typeface="Comic Relief"/>
                <a:ea typeface="Comic Relief"/>
                <a:cs typeface="Comic Relief"/>
                <a:sym typeface="Comic Relief"/>
              </a:rPr>
              <a:t>News</a:t>
            </a:r>
            <a:endParaRPr sz="1800">
              <a:solidFill>
                <a:srgbClr val="FF00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Updates about poagy.gs+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315" name="Google Shape;315;p36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3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36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[POAGY_CLOCK]" id="318" name="Google Shape;318;p36"/>
          <p:cNvSpPr txBox="1"/>
          <p:nvPr/>
        </p:nvSpPr>
        <p:spPr>
          <a:xfrm>
            <a:off x="350400" y="2175"/>
            <a:ext cx="2194200" cy="35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poagy.gs Home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7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37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Hi!</a:t>
            </a:r>
            <a:endParaRPr sz="1200"/>
          </a:p>
        </p:txBody>
      </p:sp>
      <p:sp>
        <p:nvSpPr>
          <p:cNvPr id="325" name="Google Shape;325;p37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Hi</a:t>
            </a:r>
            <a:endParaRPr sz="1000"/>
          </a:p>
        </p:txBody>
      </p:sp>
      <p:pic>
        <p:nvPicPr>
          <p:cNvPr id="326" name="Google Shape;326;p37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7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8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33" name="Google Shape;333;p38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You know, my name is Poagy!</a:t>
            </a:r>
            <a:endParaRPr sz="1200"/>
          </a:p>
        </p:txBody>
      </p:sp>
      <p:sp>
        <p:nvSpPr>
          <p:cNvPr id="334" name="Google Shape;334;p38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…ok</a:t>
            </a:r>
            <a:endParaRPr sz="1000"/>
          </a:p>
        </p:txBody>
      </p:sp>
      <p:sp>
        <p:nvSpPr>
          <p:cNvPr id="335" name="Google Shape;335;p38">
            <a:hlinkClick action="ppaction://hlinksldjump" r:id="rId5"/>
          </p:cNvPr>
          <p:cNvSpPr/>
          <p:nvPr/>
        </p:nvSpPr>
        <p:spPr>
          <a:xfrm>
            <a:off x="7795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Why?</a:t>
            </a:r>
            <a:endParaRPr sz="1000"/>
          </a:p>
        </p:txBody>
      </p:sp>
      <p:pic>
        <p:nvPicPr>
          <p:cNvPr id="336" name="Google Shape;336;p38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38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9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43" name="Google Shape;343;p39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…</a:t>
            </a:r>
            <a:endParaRPr sz="1200"/>
          </a:p>
        </p:txBody>
      </p:sp>
      <p:sp>
        <p:nvSpPr>
          <p:cNvPr id="344" name="Google Shape;344;p39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…</a:t>
            </a:r>
            <a:endParaRPr sz="1000"/>
          </a:p>
        </p:txBody>
      </p:sp>
      <p:sp>
        <p:nvSpPr>
          <p:cNvPr id="345" name="Google Shape;345;p39">
            <a:hlinkClick action="ppaction://hlinksldjump" r:id="rId5"/>
          </p:cNvPr>
          <p:cNvSpPr/>
          <p:nvPr/>
        </p:nvSpPr>
        <p:spPr>
          <a:xfrm>
            <a:off x="8109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/>
              <a:t>Christmas?</a:t>
            </a:r>
            <a:endParaRPr sz="600"/>
          </a:p>
        </p:txBody>
      </p:sp>
      <p:pic>
        <p:nvPicPr>
          <p:cNvPr id="346" name="Google Shape;346;p39" title="littlepoagy-happy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9">
            <a:hlinkClick action="ppaction://hlinksldjump" r:id="rId7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0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53" name="Google Shape;353;p40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Yeah, you know, I heard of another poag called “Christmas Poagy”. I remember when I met him for the first time we-</a:t>
            </a:r>
            <a:endParaRPr sz="1200"/>
          </a:p>
        </p:txBody>
      </p:sp>
      <p:sp>
        <p:nvSpPr>
          <p:cNvPr id="354" name="Google Shape;354;p40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Next</a:t>
            </a:r>
            <a:endParaRPr b="1" sz="1000"/>
          </a:p>
        </p:txBody>
      </p:sp>
      <p:pic>
        <p:nvPicPr>
          <p:cNvPr id="355" name="Google Shape;355;p40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40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1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Sorry, but we ran out of budget for this.</a:t>
            </a:r>
            <a:endParaRPr i="1" sz="1200"/>
          </a:p>
        </p:txBody>
      </p:sp>
      <p:sp>
        <p:nvSpPr>
          <p:cNvPr id="362" name="Google Shape;362;p41"/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/>
              <a:t>Cya</a:t>
            </a:r>
            <a:endParaRPr b="1" sz="1000"/>
          </a:p>
        </p:txBody>
      </p:sp>
      <p:sp>
        <p:nvSpPr>
          <p:cNvPr id="363" name="Google Shape;363;p41">
            <a:hlinkClick action="ppaction://hlinksldjump" r:id="rId4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42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just leaves.</a:t>
            </a:r>
            <a:endParaRPr i="1" sz="1200"/>
          </a:p>
        </p:txBody>
      </p:sp>
      <p:sp>
        <p:nvSpPr>
          <p:cNvPr id="369" name="Google Shape;369;p42">
            <a:hlinkClick action="ppaction://hlinksldjump" r:id="rId4"/>
          </p:cNvPr>
          <p:cNvSpPr/>
          <p:nvPr/>
        </p:nvSpPr>
        <p:spPr>
          <a:xfrm>
            <a:off x="100825" y="4271875"/>
            <a:ext cx="596400" cy="245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Cya</a:t>
            </a:r>
            <a:endParaRPr sz="1000"/>
          </a:p>
        </p:txBody>
      </p:sp>
      <p:sp>
        <p:nvSpPr>
          <p:cNvPr id="370" name="Google Shape;370;p4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3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76" name="Google Shape;376;p43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I mean, if you think that I’m basically the default poagy (I’m not btw), then that’s why.</a:t>
            </a:r>
            <a:endParaRPr sz="1200"/>
          </a:p>
        </p:txBody>
      </p:sp>
      <p:sp>
        <p:nvSpPr>
          <p:cNvPr id="377" name="Google Shape;377;p43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What movies do you like?</a:t>
            </a:r>
            <a:endParaRPr sz="800"/>
          </a:p>
        </p:txBody>
      </p:sp>
      <p:pic>
        <p:nvPicPr>
          <p:cNvPr id="378" name="Google Shape;378;p43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3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44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85" name="Google Shape;385;p44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Happy Poagy: Some of my favorites movies are </a:t>
            </a:r>
            <a:endParaRPr sz="1200"/>
          </a:p>
        </p:txBody>
      </p:sp>
      <p:sp>
        <p:nvSpPr>
          <p:cNvPr id="386" name="Google Shape;386;p44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Next</a:t>
            </a:r>
            <a:endParaRPr sz="800"/>
          </a:p>
        </p:txBody>
      </p:sp>
      <p:sp>
        <p:nvSpPr>
          <p:cNvPr descr="a green screen with a bunch of error messages on it (Provided by Tenor)" id="387" name="Google Shape;387;p44"/>
          <p:cNvSpPr/>
          <p:nvPr/>
        </p:nvSpPr>
        <p:spPr>
          <a:xfrm>
            <a:off x="6300775" y="4628162"/>
            <a:ext cx="794441" cy="446675"/>
          </a:xfrm>
          <a:prstGeom prst="rect">
            <a:avLst/>
          </a:prstGeom>
          <a:noFill/>
          <a:ln>
            <a:noFill/>
          </a:ln>
        </p:spPr>
      </p:sp>
      <p:pic>
        <p:nvPicPr>
          <p:cNvPr id="388" name="Google Shape;388;p44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4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5" title="littlepoagy-happy.png"/>
          <p:cNvSpPr/>
          <p:nvPr/>
        </p:nvSpPr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sp>
      <p:sp>
        <p:nvSpPr>
          <p:cNvPr id="395" name="Google Shape;395;p45"/>
          <p:cNvSpPr/>
          <p:nvPr/>
        </p:nvSpPr>
        <p:spPr>
          <a:xfrm>
            <a:off x="23625" y="4559600"/>
            <a:ext cx="9120300" cy="583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/>
              <a:t>Happy Poagy appears to have crashed… great job.</a:t>
            </a:r>
            <a:endParaRPr i="1" sz="1200"/>
          </a:p>
        </p:txBody>
      </p:sp>
      <p:sp>
        <p:nvSpPr>
          <p:cNvPr id="396" name="Google Shape;396;p45">
            <a:hlinkClick action="ppaction://hlinksldjump" r:id="rId4"/>
          </p:cNvPr>
          <p:cNvSpPr/>
          <p:nvPr/>
        </p:nvSpPr>
        <p:spPr>
          <a:xfrm>
            <a:off x="100825" y="4166400"/>
            <a:ext cx="810000" cy="3510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Cya</a:t>
            </a:r>
            <a:endParaRPr sz="800"/>
          </a:p>
        </p:txBody>
      </p:sp>
      <p:sp>
        <p:nvSpPr>
          <p:cNvPr descr="a green screen with a bunch of error messages on it (Provided by Tenor)" id="397" name="Google Shape;397;p45"/>
          <p:cNvSpPr/>
          <p:nvPr/>
        </p:nvSpPr>
        <p:spPr>
          <a:xfrm>
            <a:off x="4281037" y="2571749"/>
            <a:ext cx="1038346" cy="583800"/>
          </a:xfrm>
          <a:prstGeom prst="rect">
            <a:avLst/>
          </a:prstGeom>
          <a:noFill/>
          <a:ln>
            <a:noFill/>
          </a:ln>
        </p:spPr>
      </p:sp>
      <p:pic>
        <p:nvPicPr>
          <p:cNvPr id="398" name="Google Shape;398;p45" title="littlepoagy-happy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0750" y="2140325"/>
            <a:ext cx="1618925" cy="2184100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45">
            <a:hlinkClick action="ppaction://hlinksldjump" r:id="rId6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4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</a:t>
            </a:r>
            <a:r>
              <a:rPr lang="en"/>
              <a:t>Crash a Poagy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1400"/>
                                        <p:tgtEl>
                                          <p:spTgt spid="4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140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6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6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46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6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46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7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7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7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47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48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4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6" name="Google Shape;426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4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8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8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8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8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8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8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4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2" name="Google Shape;442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4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8" name="Google Shape;448;p49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449" name="Google Shape;449;p49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49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51" name="Google Shape;451;p49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4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5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5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5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0" name="Google Shape;460;p5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1" name="Google Shape;461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5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5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5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5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5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7" name="Google Shape;467;p50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468" name="Google Shape;468;p50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50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0" name="Google Shape;470;p50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5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5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5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5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0" name="Google Shape;480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5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6" name="Google Shape;486;p51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487" name="Google Shape;487;p51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51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89" name="Google Shape;489;p51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4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2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2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2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2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99" name="Google Shape;49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52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52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52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52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2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05" name="Google Shape;505;p52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506" name="Google Shape;506;p52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52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08" name="Google Shape;508;p52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52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52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9CB9C"/>
              </a:gs>
              <a:gs pos="100000">
                <a:srgbClr val="FF9900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New badge: your did 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4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0"/>
                            </p:stCondLst>
                            <p:childTnLst>
                              <p:par>
                                <p:cTn fill="hold" nodeType="after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5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5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3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16" name="Google Shape;516;p53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517" name="Google Shape;517;p53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518" name="Google Shape;518;p53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519" name="Google Shape;519;p53" title="poagypantrydefense-pantry.jpg"/>
          <p:cNvPicPr preferRelativeResize="0"/>
          <p:nvPr/>
        </p:nvPicPr>
        <p:blipFill rotWithShape="1">
          <a:blip r:embed="rId3">
            <a:alphaModFix/>
          </a:blip>
          <a:srcRect b="0" l="22949" r="21579" t="0"/>
          <a:stretch/>
        </p:blipFill>
        <p:spPr>
          <a:xfrm>
            <a:off x="5290575" y="462150"/>
            <a:ext cx="3120650" cy="421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" name="Google Shape;520;p53" title="littlepoagy-annoy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1700" y="2960628"/>
            <a:ext cx="1058750" cy="14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53" title="littlepoagy-confused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515721" y="3265652"/>
            <a:ext cx="1058750" cy="14542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5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