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embeddedFontLst>
    <p:embeddedFont>
      <p:font typeface="Inter"/>
      <p:regular r:id="rId37"/>
      <p:bold r:id="rId38"/>
      <p:italic r:id="rId39"/>
      <p:boldItalic r:id="rId40"/>
    </p:embeddedFont>
    <p:embeddedFont>
      <p:font typeface="Pacifico"/>
      <p:regular r:id="rId41"/>
    </p:embeddedFont>
    <p:embeddedFont>
      <p:font typeface="Lexend"/>
      <p:regular r:id="rId42"/>
      <p:bold r:id="rId43"/>
    </p:embeddedFont>
    <p:embeddedFont>
      <p:font typeface="Oswald"/>
      <p:regular r:id="rId44"/>
      <p:bold r:id="rId45"/>
    </p:embeddedFont>
    <p:embeddedFont>
      <p:font typeface="Inter ExtraLight"/>
      <p:regular r:id="rId46"/>
      <p:bold r:id="rId47"/>
      <p:italic r:id="rId48"/>
      <p:boldItalic r:id="rId49"/>
    </p:embeddedFont>
    <p:embeddedFont>
      <p:font typeface="Comic Relief"/>
      <p:regular r:id="rId50"/>
      <p:bold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boldItalic.fntdata"/><Relationship Id="rId42" Type="http://schemas.openxmlformats.org/officeDocument/2006/relationships/font" Target="fonts/Lexend-regular.fntdata"/><Relationship Id="rId41" Type="http://schemas.openxmlformats.org/officeDocument/2006/relationships/font" Target="fonts/Pacifico-regular.fntdata"/><Relationship Id="rId44" Type="http://schemas.openxmlformats.org/officeDocument/2006/relationships/font" Target="fonts/Oswald-regular.fntdata"/><Relationship Id="rId43" Type="http://schemas.openxmlformats.org/officeDocument/2006/relationships/font" Target="fonts/Lexend-bold.fntdata"/><Relationship Id="rId46" Type="http://schemas.openxmlformats.org/officeDocument/2006/relationships/font" Target="fonts/InterExtraLight-regular.fntdata"/><Relationship Id="rId45" Type="http://schemas.openxmlformats.org/officeDocument/2006/relationships/font" Target="fonts/Oswa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italic.fntdata"/><Relationship Id="rId47" Type="http://schemas.openxmlformats.org/officeDocument/2006/relationships/font" Target="fonts/InterExtraLight-bold.fntdata"/><Relationship Id="rId49" Type="http://schemas.openxmlformats.org/officeDocument/2006/relationships/font" Target="fonts/InterExtraLigh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font" Target="fonts/Inter-regular.fntdata"/><Relationship Id="rId36" Type="http://schemas.openxmlformats.org/officeDocument/2006/relationships/slide" Target="slides/slide30.xml"/><Relationship Id="rId39" Type="http://schemas.openxmlformats.org/officeDocument/2006/relationships/font" Target="fonts/Inter-italic.fntdata"/><Relationship Id="rId38" Type="http://schemas.openxmlformats.org/officeDocument/2006/relationships/font" Target="fonts/Inter-bold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bold.fntdata"/><Relationship Id="rId50" Type="http://schemas.openxmlformats.org/officeDocument/2006/relationships/font" Target="fonts/ComicRelief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flame_img/happypoagy.png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flame_sidepanel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flame-spcontent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8" name="Google Shape;408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13.png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image" Target="../media/image5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13.xml"/><Relationship Id="rId15" Type="http://schemas.openxmlformats.org/officeDocument/2006/relationships/image" Target="../media/image13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3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2.xml"/><Relationship Id="rId15" Type="http://schemas.openxmlformats.org/officeDocument/2006/relationships/image" Target="../media/image13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22.xml"/><Relationship Id="rId15" Type="http://schemas.openxmlformats.org/officeDocument/2006/relationships/image" Target="../media/image13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4.xml"/><Relationship Id="rId15" Type="http://schemas.openxmlformats.org/officeDocument/2006/relationships/image" Target="../media/image13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22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6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13.xml"/><Relationship Id="rId15" Type="http://schemas.openxmlformats.org/officeDocument/2006/relationships/slide" Target="/ppt/slides/slide12.xml"/><Relationship Id="rId14" Type="http://schemas.openxmlformats.org/officeDocument/2006/relationships/slide" Target="/ppt/slides/slide4.xml"/><Relationship Id="rId16" Type="http://schemas.openxmlformats.org/officeDocument/2006/relationships/image" Target="../media/image13.png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3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1.xml"/><Relationship Id="rId4" Type="http://schemas.openxmlformats.org/officeDocument/2006/relationships/image" Target="../media/image2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6.png"/><Relationship Id="rId17" Type="http://schemas.openxmlformats.org/officeDocument/2006/relationships/image" Target="../media/image13.png"/><Relationship Id="rId16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12.xml"/><Relationship Id="rId5" Type="http://schemas.openxmlformats.org/officeDocument/2006/relationships/image" Target="../media/image5.png"/><Relationship Id="rId6" Type="http://schemas.openxmlformats.org/officeDocument/2006/relationships/image" Target="../media/image2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/ppt/slides/slide10.xml"/><Relationship Id="rId7" Type="http://schemas.openxmlformats.org/officeDocument/2006/relationships/image" Target="../media/image2.png"/><Relationship Id="rId8" Type="http://schemas.openxmlformats.org/officeDocument/2006/relationships/slide" Target="/ppt/slides/slide9.xml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/ppt/slides/slide9.xml"/><Relationship Id="rId7" Type="http://schemas.openxmlformats.org/officeDocument/2006/relationships/image" Target="../media/image2.png"/><Relationship Id="rId8" Type="http://schemas.openxmlformats.org/officeDocument/2006/relationships/slide" Target="/ppt/slides/slide10.xml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9.png"/><Relationship Id="rId13" Type="http://schemas.openxmlformats.org/officeDocument/2006/relationships/image" Target="../media/image6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13.png"/><Relationship Id="rId14" Type="http://schemas.openxmlformats.org/officeDocument/2006/relationships/slide" Target="/ppt/slides/slide12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slide" Target="/ppt/slides/slide1.xml"/><Relationship Id="rId8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jpg"/><Relationship Id="rId4" Type="http://schemas.openxmlformats.org/officeDocument/2006/relationships/slide" Target="/ppt/slides/slide14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Relationship Id="rId4" Type="http://schemas.openxmlformats.org/officeDocument/2006/relationships/slide" Target="/ppt/slides/slide15.xml"/><Relationship Id="rId5" Type="http://schemas.openxmlformats.org/officeDocument/2006/relationships/slide" Target="/ppt/slides/slide19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jpg"/><Relationship Id="rId4" Type="http://schemas.openxmlformats.org/officeDocument/2006/relationships/slide" Target="/ppt/slides/slide18.xml"/><Relationship Id="rId5" Type="http://schemas.openxmlformats.org/officeDocument/2006/relationships/slide" Target="/ppt/slides/slide16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jpg"/><Relationship Id="rId4" Type="http://schemas.openxmlformats.org/officeDocument/2006/relationships/slide" Target="/ppt/slides/slide17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jpg"/><Relationship Id="rId4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jpg"/><Relationship Id="rId4" Type="http://schemas.openxmlformats.org/officeDocument/2006/relationships/slide" Target="/ppt/slides/slide20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Relationship Id="rId4" Type="http://schemas.openxmlformats.org/officeDocument/2006/relationships/slide" Target="/ppt/slides/slide21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jpg"/><Relationship Id="rId4" Type="http://schemas.openxmlformats.org/officeDocument/2006/relationships/slide" Target="/ppt/slides/slide2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4.xml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jpg"/><Relationship Id="rId4" Type="http://schemas.openxmlformats.org/officeDocument/2006/relationships/slide" Target="/ppt/slides/slide25.xml"/><Relationship Id="rId5" Type="http://schemas.openxmlformats.org/officeDocument/2006/relationships/slide" Target="/ppt/slides/slide26.xml"/><Relationship Id="rId6" Type="http://schemas.openxmlformats.org/officeDocument/2006/relationships/slide" Target="/ppt/slides/slide27.xml"/><Relationship Id="rId7" Type="http://schemas.openxmlformats.org/officeDocument/2006/relationships/slide" Target="/ppt/slides/slide28.xml"/><Relationship Id="rId8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Relationship Id="rId4" Type="http://schemas.openxmlformats.org/officeDocument/2006/relationships/image" Target="../media/image17.jpg"/><Relationship Id="rId5" Type="http://schemas.openxmlformats.org/officeDocument/2006/relationships/image" Target="../media/image16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05:21 PM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6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0" name="Google Shape;130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1" name="Google Shape;131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37" name="Google Shape;137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2" name="Google Shape;142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4" name="Google Shape;144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5" name="Google Shape;145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6" name="Google Shape;146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7" name="Google Shape;147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8" name="Google Shape;148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0" name="Google Shape;150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2" name="Google Shape;152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3" name="Google Shape;153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4" name="Google Shape;154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60" name="Google Shape;160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5" name="Google Shape;165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7" name="Google Shape;167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8" name="Google Shape;168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9" name="Google Shape;169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0" name="Google Shape;170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1" name="Google Shape;171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2" name="Google Shape;172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3" name="Google Shape;173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5" name="Google Shape;175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6" name="Google Shape;176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82" name="Google Shape;182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9" name="Google Shape;189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0" name="Google Shape;190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1" name="Google Shape;191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2" name="Google Shape;192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4" name="Google Shape;194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5" name="Google Shape;195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97" name="Google Shape;197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98" name="Google Shape;198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99" name="Google Shape;199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2" name="Google Shape;212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3" name="Google Shape;213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4" name="Google Shape;214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16" name="Google Shape;216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17" name="Google Shape;217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18" name="Google Shape;218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0" name="Google Shape;220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1" name="Google Shape;221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2" name="Google Shape;232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34" name="Google Shape;234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35" name="Google Shape;235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36" name="Google Shape;236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38" name="Google Shape;238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39" name="Google Shape;239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0" name="Google Shape;240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2" name="Google Shape;242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3" name="Google Shape;243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2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2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2026.1015.0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15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proper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real time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clock to poagy.gs Home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(20261013.2):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2" name="Google Shape;262;p33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63" name="Google Shape;263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64" name="Google Shape;264;p33">
            <a:hlinkClick action="ppaction://hlinksldjump" r:id="rId6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65" name="Google Shape;265;p33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3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3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4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6" name="Google Shape;276;p34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7" name="Google Shape;277;p34">
            <a:hlinkClick action="ppaction://hlinksldjump" r:id="rId6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78" name="Google Shape;278;p34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79" name="Google Shape;279;p34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4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4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</a:t>
            </a: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87" name="Google Shape;287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5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35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90" name="Google Shape;290;p35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5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92" name="Google Shape;292;p35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93" name="Google Shape;293;p35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94" name="Google Shape;294;p35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95" name="Google Shape;295;p35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5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5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2026.1015.0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99" name="Google Shape;299;p35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00" name="Google Shape;300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5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310" name="Google Shape;310;p36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11" name="Google Shape;311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6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20" name="Google Shape;320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21" name="Google Shape;321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29" name="Google Shape;329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30" name="Google Shape;330;p38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31" name="Google Shape;331;p38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8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8" name="Google Shape;338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39" name="Google Shape;339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40" name="Google Shape;340;p39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41" name="Google Shape;341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48" name="Google Shape;348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49" name="Google Shape;349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50" name="Google Shape;350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57" name="Google Shape;357;p41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58" name="Google Shape;358;p41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64" name="Google Shape;364;p42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65" name="Google Shape;365;p4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3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1" name="Google Shape;371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72" name="Google Shape;372;p43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73" name="Google Shape;373;p43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3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0" name="Google Shape;380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81" name="Google Shape;381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82" name="Google Shape;382;p44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83" name="Google Shape;383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91" name="Google Shape;391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92" name="Google Shape;392;p45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93" name="Google Shape;393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6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6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6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6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6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7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7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7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8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48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8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8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8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7" name="Google Shape;43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3" name="Google Shape;443;p49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44" name="Google Shape;444;p49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49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6" name="Google Shape;446;p49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6" name="Google Shape;45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2" name="Google Shape;462;p50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63" name="Google Shape;463;p50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50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50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5" name="Google Shape;475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1" name="Google Shape;481;p5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82" name="Google Shape;482;p5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5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4" name="Google Shape;484;p51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4" name="Google Shape;494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0" name="Google Shape;500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01" name="Google Shape;501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52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5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3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11" name="Google Shape;511;p53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12" name="Google Shape;512;p53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13" name="Google Shape;513;p53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14" name="Google Shape;514;p53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53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p53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