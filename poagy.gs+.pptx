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5143500" cx="9144000"/>
  <p:notesSz cx="6858000" cy="9144000"/>
  <p:embeddedFontLst>
    <p:embeddedFont>
      <p:font typeface="Inter"/>
      <p:regular r:id="rId24"/>
      <p:bold r:id="rId25"/>
      <p:italic r:id="rId26"/>
      <p:boldItalic r:id="rId27"/>
    </p:embeddedFont>
    <p:embeddedFont>
      <p:font typeface="Pacifico"/>
      <p:regular r:id="rId28"/>
    </p:embeddedFont>
    <p:embeddedFont>
      <p:font typeface="Lexend"/>
      <p:regular r:id="rId29"/>
      <p:bold r:id="rId30"/>
    </p:embeddedFont>
    <p:embeddedFont>
      <p:font typeface="Oswald"/>
      <p:regular r:id="rId31"/>
      <p:bold r:id="rId32"/>
    </p:embeddedFont>
    <p:embeddedFont>
      <p:font typeface="Inter ExtraLight"/>
      <p:regular r:id="rId33"/>
      <p:bold r:id="rId34"/>
      <p:italic r:id="rId35"/>
      <p:boldItalic r:id="rId36"/>
    </p:embeddedFont>
    <p:embeddedFont>
      <p:font typeface="Comic Relief"/>
      <p:regular r:id="rId37"/>
      <p:bold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Inter-regular.fntdata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Inter-italic.fntdata"/><Relationship Id="rId25" Type="http://schemas.openxmlformats.org/officeDocument/2006/relationships/font" Target="fonts/Inter-bold.fntdata"/><Relationship Id="rId28" Type="http://schemas.openxmlformats.org/officeDocument/2006/relationships/font" Target="fonts/Pacifico-regular.fntdata"/><Relationship Id="rId27" Type="http://schemas.openxmlformats.org/officeDocument/2006/relationships/font" Target="fonts/Inter-bold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font" Target="fonts/Lexend-regular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Oswald-regular.fntdata"/><Relationship Id="rId30" Type="http://schemas.openxmlformats.org/officeDocument/2006/relationships/font" Target="fonts/Lexend-bold.fntdata"/><Relationship Id="rId11" Type="http://schemas.openxmlformats.org/officeDocument/2006/relationships/slide" Target="slides/slide5.xml"/><Relationship Id="rId33" Type="http://schemas.openxmlformats.org/officeDocument/2006/relationships/font" Target="fonts/InterExtraLight-regular.fntdata"/><Relationship Id="rId10" Type="http://schemas.openxmlformats.org/officeDocument/2006/relationships/slide" Target="slides/slide4.xml"/><Relationship Id="rId32" Type="http://schemas.openxmlformats.org/officeDocument/2006/relationships/font" Target="fonts/Oswald-bold.fntdata"/><Relationship Id="rId13" Type="http://schemas.openxmlformats.org/officeDocument/2006/relationships/slide" Target="slides/slide7.xml"/><Relationship Id="rId35" Type="http://schemas.openxmlformats.org/officeDocument/2006/relationships/font" Target="fonts/InterExtraLight-italic.fntdata"/><Relationship Id="rId12" Type="http://schemas.openxmlformats.org/officeDocument/2006/relationships/slide" Target="slides/slide6.xml"/><Relationship Id="rId34" Type="http://schemas.openxmlformats.org/officeDocument/2006/relationships/font" Target="fonts/InterExtraLight-bold.fntdata"/><Relationship Id="rId15" Type="http://schemas.openxmlformats.org/officeDocument/2006/relationships/slide" Target="slides/slide9.xml"/><Relationship Id="rId37" Type="http://schemas.openxmlformats.org/officeDocument/2006/relationships/font" Target="fonts/ComicRelief-regular.fntdata"/><Relationship Id="rId14" Type="http://schemas.openxmlformats.org/officeDocument/2006/relationships/slide" Target="slides/slide8.xml"/><Relationship Id="rId36" Type="http://schemas.openxmlformats.org/officeDocument/2006/relationships/font" Target="fonts/InterExtraLight-boldItalic.fntdata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38" Type="http://schemas.openxmlformats.org/officeDocument/2006/relationships/font" Target="fonts/ComicRelief-bold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42c0b5c93bfda515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h42c0b5c93bfda515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h1bccd770e8caf32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h1bccd770e8caf32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h2483a72d626482d5_7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" name="Google Shape;130;h2483a72d626482d5_7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h1bccd770e8caf32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9" name="Google Shape;149;h1bccd770e8caf32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h2483a72d626482d5_7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8" name="Google Shape;168;h2483a72d626482d5_7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h2483a72d626482d5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h2483a72d626482d5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h42c0b5c93bfda51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h42c0b5c93bfda51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h42c0b5c93bfda515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" name="Google Shape;211;h42c0b5c93bfda515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h42c0b5c93bfda515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h42c0b5c93bfda515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7af89712a75b0a2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h7af89712a75b0a2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1bccd770e8caf32_0_1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h1bccd770e8caf32_0_1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h1bccd770e8caf32_0_1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h1bccd770e8caf32_0_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h1bccd770e8caf32_0_2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h1bccd770e8caf32_0_2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1bccd770e8caf32_0_2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h1bccd770e8caf32_0_2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h1bccd770e8caf32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3" name="Google Shape;303;h1bccd770e8caf32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h1bccd770e8caf32_0_2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2" name="Google Shape;322;h1bccd770e8caf32_0_2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h1bccd770e8caf32_0_2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1" name="Google Shape;341;h1bccd770e8caf32_0_2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8" name="Google Shape;58;p1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9" name="Google Shape;59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2" name="Google Shape;62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5" name="Google Shape;65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9" name="Google Shape;69;p1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0" name="Google Shape;70;p1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1" name="Google Shape;71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0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1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81" name="Google Shape;81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5" name="Google Shape;85;p2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6" name="Google Shape;86;p2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7" name="Google Shape;87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90" name="Google Shape;90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4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" name="Google Shape;93;p24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image" Target="../media/image12.png"/><Relationship Id="rId10" Type="http://schemas.openxmlformats.org/officeDocument/2006/relationships/image" Target="../media/image11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slide" Target="/ppt/slides/slide9.xml"/><Relationship Id="rId4" Type="http://schemas.openxmlformats.org/officeDocument/2006/relationships/image" Target="../media/image1.png"/><Relationship Id="rId9" Type="http://schemas.openxmlformats.org/officeDocument/2006/relationships/slide" Target="/ppt/slides/slide6.xml"/><Relationship Id="rId5" Type="http://schemas.openxmlformats.org/officeDocument/2006/relationships/slide" Target="/ppt/slides/slide7.xml"/><Relationship Id="rId6" Type="http://schemas.openxmlformats.org/officeDocument/2006/relationships/image" Target="../media/image2.png"/><Relationship Id="rId7" Type="http://schemas.openxmlformats.org/officeDocument/2006/relationships/image" Target="../media/image4.png"/><Relationship Id="rId8" Type="http://schemas.openxmlformats.org/officeDocument/2006/relationships/slide" Target="/ppt/slides/slide2.xml"/></Relationships>
</file>

<file path=ppt/slides/_rels/slide2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3.xml"/><Relationship Id="rId10" Type="http://schemas.openxmlformats.org/officeDocument/2006/relationships/slide" Target="/ppt/slides/slide1.xml"/><Relationship Id="rId12" Type="http://schemas.openxmlformats.org/officeDocument/2006/relationships/slide" Target="/ppt/slides/slide10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slide" Target="/ppt/slides/slide9.xml"/><Relationship Id="rId4" Type="http://schemas.openxmlformats.org/officeDocument/2006/relationships/image" Target="../media/image1.png"/><Relationship Id="rId9" Type="http://schemas.openxmlformats.org/officeDocument/2006/relationships/slide" Target="/ppt/slides/slide4.xml"/><Relationship Id="rId5" Type="http://schemas.openxmlformats.org/officeDocument/2006/relationships/slide" Target="/ppt/slides/slide7.xml"/><Relationship Id="rId6" Type="http://schemas.openxmlformats.org/officeDocument/2006/relationships/image" Target="../media/image2.png"/><Relationship Id="rId7" Type="http://schemas.openxmlformats.org/officeDocument/2006/relationships/slide" Target="/ppt/slides/slide6.xml"/><Relationship Id="rId8" Type="http://schemas.openxmlformats.org/officeDocument/2006/relationships/image" Target="../media/image11.png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2.xml"/><Relationship Id="rId10" Type="http://schemas.openxmlformats.org/officeDocument/2006/relationships/slide" Target="/ppt/slides/slide1.xml"/><Relationship Id="rId12" Type="http://schemas.openxmlformats.org/officeDocument/2006/relationships/slide" Target="/ppt/slides/slide10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slide" Target="/ppt/slides/slide9.xml"/><Relationship Id="rId4" Type="http://schemas.openxmlformats.org/officeDocument/2006/relationships/image" Target="../media/image1.png"/><Relationship Id="rId9" Type="http://schemas.openxmlformats.org/officeDocument/2006/relationships/slide" Target="/ppt/slides/slide4.xml"/><Relationship Id="rId5" Type="http://schemas.openxmlformats.org/officeDocument/2006/relationships/slide" Target="/ppt/slides/slide7.xml"/><Relationship Id="rId6" Type="http://schemas.openxmlformats.org/officeDocument/2006/relationships/image" Target="../media/image2.png"/><Relationship Id="rId7" Type="http://schemas.openxmlformats.org/officeDocument/2006/relationships/slide" Target="/ppt/slides/slide6.xml"/><Relationship Id="rId8" Type="http://schemas.openxmlformats.org/officeDocument/2006/relationships/image" Target="../media/image11.png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1.xml"/><Relationship Id="rId10" Type="http://schemas.openxmlformats.org/officeDocument/2006/relationships/slide" Target="/ppt/slides/slide1.xml"/><Relationship Id="rId12" Type="http://schemas.openxmlformats.org/officeDocument/2006/relationships/slide" Target="/ppt/slides/slide5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slide" Target="/ppt/slides/slide9.xml"/><Relationship Id="rId4" Type="http://schemas.openxmlformats.org/officeDocument/2006/relationships/image" Target="../media/image1.png"/><Relationship Id="rId9" Type="http://schemas.openxmlformats.org/officeDocument/2006/relationships/slide" Target="/ppt/slides/slide2.xml"/><Relationship Id="rId5" Type="http://schemas.openxmlformats.org/officeDocument/2006/relationships/slide" Target="/ppt/slides/slide7.xml"/><Relationship Id="rId6" Type="http://schemas.openxmlformats.org/officeDocument/2006/relationships/image" Target="../media/image2.png"/><Relationship Id="rId7" Type="http://schemas.openxmlformats.org/officeDocument/2006/relationships/slide" Target="/ppt/slides/slide6.xml"/><Relationship Id="rId8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1" Type="http://schemas.openxmlformats.org/officeDocument/2006/relationships/slide" Target="/ppt/slides/slide11.xml"/><Relationship Id="rId10" Type="http://schemas.openxmlformats.org/officeDocument/2006/relationships/slide" Target="/ppt/slides/slide1.xml"/><Relationship Id="rId12" Type="http://schemas.openxmlformats.org/officeDocument/2006/relationships/slide" Target="/ppt/slides/slide4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slide" Target="/ppt/slides/slide9.xml"/><Relationship Id="rId4" Type="http://schemas.openxmlformats.org/officeDocument/2006/relationships/image" Target="../media/image1.png"/><Relationship Id="rId9" Type="http://schemas.openxmlformats.org/officeDocument/2006/relationships/slide" Target="/ppt/slides/slide2.xml"/><Relationship Id="rId5" Type="http://schemas.openxmlformats.org/officeDocument/2006/relationships/slide" Target="/ppt/slides/slide7.xml"/><Relationship Id="rId6" Type="http://schemas.openxmlformats.org/officeDocument/2006/relationships/image" Target="../media/image2.png"/><Relationship Id="rId7" Type="http://schemas.openxmlformats.org/officeDocument/2006/relationships/slide" Target="/ppt/slides/slide6.xml"/><Relationship Id="rId8" Type="http://schemas.openxmlformats.org/officeDocument/2006/relationships/image" Target="../media/image11.png"/></Relationships>
</file>

<file path=ppt/slides/_rels/slide6.xml.rels><?xml version="1.0" encoding="UTF-8" standalone="yes"?><Relationships xmlns="http://schemas.openxmlformats.org/package/2006/relationships"><Relationship Id="rId10" Type="http://schemas.openxmlformats.org/officeDocument/2006/relationships/image" Target="../media/image11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slide" Target="/ppt/slides/slide1.xml"/><Relationship Id="rId4" Type="http://schemas.openxmlformats.org/officeDocument/2006/relationships/image" Target="../media/image2.png"/><Relationship Id="rId9" Type="http://schemas.openxmlformats.org/officeDocument/2006/relationships/slide" Target="/ppt/slides/slide6.xml"/><Relationship Id="rId5" Type="http://schemas.openxmlformats.org/officeDocument/2006/relationships/image" Target="../media/image4.png"/><Relationship Id="rId6" Type="http://schemas.openxmlformats.org/officeDocument/2006/relationships/hyperlink" Target="http://poagygs.blogspot.com" TargetMode="External"/><Relationship Id="rId7" Type="http://schemas.openxmlformats.org/officeDocument/2006/relationships/slide" Target="/ppt/slides/slide1.xml"/><Relationship Id="rId8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0" Type="http://schemas.openxmlformats.org/officeDocument/2006/relationships/image" Target="../media/image11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slide" Target="/ppt/slides/slide1.xml"/><Relationship Id="rId4" Type="http://schemas.openxmlformats.org/officeDocument/2006/relationships/image" Target="../media/image2.png"/><Relationship Id="rId9" Type="http://schemas.openxmlformats.org/officeDocument/2006/relationships/slide" Target="/ppt/slides/slide6.xml"/><Relationship Id="rId5" Type="http://schemas.openxmlformats.org/officeDocument/2006/relationships/image" Target="../media/image4.png"/><Relationship Id="rId6" Type="http://schemas.openxmlformats.org/officeDocument/2006/relationships/slide" Target="/ppt/slides/slide1.xml"/><Relationship Id="rId7" Type="http://schemas.openxmlformats.org/officeDocument/2006/relationships/slide" Target="/ppt/slides/slide8.xml"/><Relationship Id="rId8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0" Type="http://schemas.openxmlformats.org/officeDocument/2006/relationships/image" Target="../media/image11.png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slide" Target="/ppt/slides/slide1.xml"/><Relationship Id="rId4" Type="http://schemas.openxmlformats.org/officeDocument/2006/relationships/image" Target="../media/image2.png"/><Relationship Id="rId9" Type="http://schemas.openxmlformats.org/officeDocument/2006/relationships/slide" Target="/ppt/slides/slide6.xml"/><Relationship Id="rId5" Type="http://schemas.openxmlformats.org/officeDocument/2006/relationships/image" Target="../media/image4.png"/><Relationship Id="rId6" Type="http://schemas.openxmlformats.org/officeDocument/2006/relationships/slide" Target="/ppt/slides/slide1.xml"/><Relationship Id="rId7" Type="http://schemas.openxmlformats.org/officeDocument/2006/relationships/slide" Target="/ppt/slides/slide7.xml"/><Relationship Id="rId8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1" Type="http://schemas.openxmlformats.org/officeDocument/2006/relationships/image" Target="../media/image6.png"/><Relationship Id="rId10" Type="http://schemas.openxmlformats.org/officeDocument/2006/relationships/image" Target="../media/image10.png"/><Relationship Id="rId13" Type="http://schemas.openxmlformats.org/officeDocument/2006/relationships/image" Target="../media/image11.png"/><Relationship Id="rId12" Type="http://schemas.openxmlformats.org/officeDocument/2006/relationships/slide" Target="/ppt/slides/slide6.xml"/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9" Type="http://schemas.openxmlformats.org/officeDocument/2006/relationships/hyperlink" Target="https://docs.google.com/presentation/d/e/2PACX-1vR6Qxb3Rts71-iPgfpWOz7AoAY_sdAd8BmgQR9PllxtEBaCF6HMiNtCKJd1PRPGAAYpTHyXLeVxsTqO/pub?start=false&amp;loop=false&amp;delayms=3000" TargetMode="External"/><Relationship Id="rId15" Type="http://schemas.openxmlformats.org/officeDocument/2006/relationships/image" Target="../media/image12.png"/><Relationship Id="rId14" Type="http://schemas.openxmlformats.org/officeDocument/2006/relationships/slide" Target="/ppt/slides/slide1.xml"/><Relationship Id="rId5" Type="http://schemas.openxmlformats.org/officeDocument/2006/relationships/slide" Target="/ppt/slides/slide1.xml"/><Relationship Id="rId6" Type="http://schemas.openxmlformats.org/officeDocument/2006/relationships/image" Target="../media/image8.png"/><Relationship Id="rId7" Type="http://schemas.openxmlformats.org/officeDocument/2006/relationships/hyperlink" Target="https://sites.google.com/view/poagygs/poagy-gs-2/" TargetMode="External"/><Relationship Id="rId8" Type="http://schemas.openxmlformats.org/officeDocument/2006/relationships/hyperlink" Target="https://sites.google.com/view/poagygs/poagy-gs-2/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slide" Target="/ppt/slides/slide2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slide" Target="/ppt/slides/slide13.xml"/><Relationship Id="rId4" Type="http://schemas.openxmlformats.org/officeDocument/2006/relationships/slide" Target="/ppt/slides/slide12.xml"/><Relationship Id="rId5" Type="http://schemas.openxmlformats.org/officeDocument/2006/relationships/slide" Target="/ppt/slides/slide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jpg"/><Relationship Id="rId4" Type="http://schemas.openxmlformats.org/officeDocument/2006/relationships/slide" Target="/ppt/slides/slide14.xml"/><Relationship Id="rId5" Type="http://schemas.openxmlformats.org/officeDocument/2006/relationships/slide" Target="/ppt/slides/slide15.xml"/><Relationship Id="rId6" Type="http://schemas.openxmlformats.org/officeDocument/2006/relationships/slide" Target="/ppt/slides/slide16.xml"/><Relationship Id="rId7" Type="http://schemas.openxmlformats.org/officeDocument/2006/relationships/slide" Target="/ppt/slides/slide17.xml"/><Relationship Id="rId8" Type="http://schemas.openxmlformats.org/officeDocument/2006/relationships/slide" Target="/ppt/slides/slide2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Relationship Id="rId4" Type="http://schemas.openxmlformats.org/officeDocument/2006/relationships/slide" Target="/ppt/slides/slide11.xml"/><Relationship Id="rId5" Type="http://schemas.openxmlformats.org/officeDocument/2006/relationships/slide" Target="/ppt/slides/slide2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jpg"/><Relationship Id="rId4" Type="http://schemas.openxmlformats.org/officeDocument/2006/relationships/slide" Target="/ppt/slides/slide11.xml"/><Relationship Id="rId5" Type="http://schemas.openxmlformats.org/officeDocument/2006/relationships/slide" Target="/ppt/slides/slide2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jpg"/><Relationship Id="rId4" Type="http://schemas.openxmlformats.org/officeDocument/2006/relationships/slide" Target="/ppt/slides/slide11.xml"/><Relationship Id="rId5" Type="http://schemas.openxmlformats.org/officeDocument/2006/relationships/slide" Target="/ppt/slides/slide2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jpg"/><Relationship Id="rId4" Type="http://schemas.openxmlformats.org/officeDocument/2006/relationships/slide" Target="/ppt/slides/slide11.xml"/><Relationship Id="rId5" Type="http://schemas.openxmlformats.org/officeDocument/2006/relationships/slide" Target="/ppt/slides/slide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/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5"/>
          <p:cNvSpPr/>
          <p:nvPr/>
        </p:nvSpPr>
        <p:spPr>
          <a:xfrm>
            <a:off x="0" y="13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0000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You are on rolling release. Some things will not work as expected.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25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25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25" title="littlepoagy-excited-removebg-preview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5">
            <a:hlinkClick action="ppaction://hlinksldjump" r:id="rId8"/>
          </p:cNvPr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105" name="Google Shape;105;p25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25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7" name="Google Shape;107;p25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10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-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0"/>
                            </p:stCondLst>
                            <p:childTnLst>
                              <p:par>
                                <p:cTn fill="hold" nodeType="after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40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400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6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3" name="Google Shape;113;p26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26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6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6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6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26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Poagy pantry defense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19" name="Google Shape;119;p26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0" name="Google Shape;120;p26"/>
          <p:cNvSpPr/>
          <p:nvPr/>
        </p:nvSpPr>
        <p:spPr>
          <a:xfrm>
            <a:off x="5452200" y="303800"/>
            <a:ext cx="3678300" cy="597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sp>
        <p:nvSpPr>
          <p:cNvPr id="121" name="Google Shape;121;p26">
            <a:hlinkClick action="ppaction://hlinksldjump" r:id="rId9"/>
          </p:cNvPr>
          <p:cNvSpPr/>
          <p:nvPr/>
        </p:nvSpPr>
        <p:spPr>
          <a:xfrm>
            <a:off x="7157825" y="9014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sp>
        <p:nvSpPr>
          <p:cNvPr id="122" name="Google Shape;122;p26"/>
          <p:cNvSpPr txBox="1"/>
          <p:nvPr/>
        </p:nvSpPr>
        <p:spPr>
          <a:xfrm>
            <a:off x="966550" y="4772775"/>
            <a:ext cx="2381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Inter ExtraLight"/>
                <a:ea typeface="Inter ExtraLight"/>
                <a:cs typeface="Inter ExtraLight"/>
                <a:sym typeface="Inter ExtraLight"/>
              </a:rPr>
              <a:t>Processing, please wait.</a:t>
            </a:r>
            <a:endParaRPr>
              <a:solidFill>
                <a:schemeClr val="lt1"/>
              </a:solidFill>
              <a:latin typeface="Inter ExtraLight"/>
              <a:ea typeface="Inter ExtraLight"/>
              <a:cs typeface="Inter ExtraLight"/>
              <a:sym typeface="Inter ExtraLight"/>
            </a:endParaRPr>
          </a:p>
        </p:txBody>
      </p:sp>
      <p:sp>
        <p:nvSpPr>
          <p:cNvPr id="123" name="Google Shape;123;p26">
            <a:hlinkClick action="ppaction://hlinksldjump" r:id="rId10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24" name="Google Shape;124;p26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25" name="Google Shape;125;p26">
            <a:hlinkClick action="ppaction://hlinksldjump" r:id="rId11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26" name="Google Shape;126;p26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B7B7B7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B7B7B7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7" name="Google Shape;127;p26">
            <a:hlinkClick action="ppaction://hlinksldjump" r:id="rId12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"/>
                            </p:stCondLst>
                            <p:childTnLst>
                              <p:par>
                                <p:cTn fill="hold" nodeType="after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7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3" name="Google Shape;133;p27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27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27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7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27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27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Poagy pantry defense 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39" name="Google Shape;139;p27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</a:t>
            </a: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1.0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6th,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0" name="Google Shape;140;p27"/>
          <p:cNvSpPr/>
          <p:nvPr/>
        </p:nvSpPr>
        <p:spPr>
          <a:xfrm>
            <a:off x="5452200" y="303800"/>
            <a:ext cx="3678300" cy="597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sp>
        <p:nvSpPr>
          <p:cNvPr id="141" name="Google Shape;141;p27">
            <a:hlinkClick action="ppaction://hlinksldjump" r:id="rId9"/>
          </p:cNvPr>
          <p:cNvSpPr/>
          <p:nvPr/>
        </p:nvSpPr>
        <p:spPr>
          <a:xfrm>
            <a:off x="7157825" y="9014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</a:t>
            </a:r>
            <a:r>
              <a:rPr lang="en" sz="1200"/>
              <a:t>ltra realistic poagy getting lost simulator</a:t>
            </a:r>
            <a:endParaRPr sz="1200"/>
          </a:p>
        </p:txBody>
      </p:sp>
      <p:sp>
        <p:nvSpPr>
          <p:cNvPr id="142" name="Google Shape;142;p27">
            <a:hlinkClick action="ppaction://hlinksldjump" r:id="rId10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43" name="Google Shape;143;p27">
            <a:hlinkClick action="ppaction://hlinksldjump" r:id="rId11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44" name="Google Shape;144;p27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45" name="Google Shape;145;p27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No badges.</a:t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6" name="Google Shape;146;p27">
            <a:hlinkClick action="ppaction://hlinksldjump" r:id="rId12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900"/>
                                        <p:tgtEl>
                                          <p:spTgt spid="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8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2" name="Google Shape;152;p28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8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28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8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28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</a:t>
            </a: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58" name="Google Shape;158;p28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9" name="Google Shape;159;p28">
            <a:hlinkClick action="ppaction://hlinksldjump" r:id="rId9"/>
          </p:cNvPr>
          <p:cNvSpPr/>
          <p:nvPr/>
        </p:nvSpPr>
        <p:spPr>
          <a:xfrm>
            <a:off x="7213875" y="303800"/>
            <a:ext cx="3678300" cy="597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sp>
        <p:nvSpPr>
          <p:cNvPr id="160" name="Google Shape;160;p28"/>
          <p:cNvSpPr/>
          <p:nvPr/>
        </p:nvSpPr>
        <p:spPr>
          <a:xfrm>
            <a:off x="5452200" y="9014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sp>
        <p:nvSpPr>
          <p:cNvPr id="161" name="Google Shape;161;p28">
            <a:hlinkClick action="ppaction://hlinksldjump" r:id="rId10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62" name="Google Shape;162;p28">
            <a:hlinkClick action="ppaction://hlinksldjump" r:id="rId11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63" name="Google Shape;163;p28"/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64" name="Google Shape;164;p28">
            <a:hlinkClick action="ppaction://hlinksldjump" r:id="rId12"/>
          </p:cNvPr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65" name="Google Shape;165;p28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No news.</a:t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9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Game selection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1" name="Google Shape;171;p29" title="littlepoagy-nobg.png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9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29" title="littlepoagy-nobg.png"/>
          <p:cNvPicPr preferRelativeResize="0"/>
          <p:nvPr/>
        </p:nvPicPr>
        <p:blipFill rotWithShape="1">
          <a:blip r:embed="rId4">
            <a:alphaModFix/>
          </a:blip>
          <a:srcRect b="0" l="505" r="505" t="0"/>
          <a:stretch/>
        </p:blipFill>
        <p:spPr>
          <a:xfrm>
            <a:off x="110100" y="563175"/>
            <a:ext cx="967425" cy="132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9">
            <a:hlinkClick action="ppaction://hlinksldjump" r:id="rId7"/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29"/>
          <p:cNvSpPr/>
          <p:nvPr/>
        </p:nvSpPr>
        <p:spPr>
          <a:xfrm>
            <a:off x="4021950" y="-176275"/>
            <a:ext cx="1348500" cy="1209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29"/>
          <p:cNvSpPr txBox="1"/>
          <p:nvPr/>
        </p:nvSpPr>
        <p:spPr>
          <a:xfrm>
            <a:off x="1155800" y="692275"/>
            <a:ext cx="26487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ultra realistic poagy getting lost simulator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77" name="Google Shape;177;p29"/>
          <p:cNvSpPr txBox="1"/>
          <p:nvPr/>
        </p:nvSpPr>
        <p:spPr>
          <a:xfrm>
            <a:off x="1155800" y="1276200"/>
            <a:ext cx="1800000" cy="21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v1.5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Last updated: Jan 11th,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Added to catalog: Oct 7th, 2026</a:t>
            </a:r>
            <a:endParaRPr sz="8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8" name="Google Shape;178;p29">
            <a:hlinkClick action="ppaction://hlinksldjump" r:id="rId9"/>
          </p:cNvPr>
          <p:cNvSpPr/>
          <p:nvPr/>
        </p:nvSpPr>
        <p:spPr>
          <a:xfrm>
            <a:off x="7213875" y="303800"/>
            <a:ext cx="3678300" cy="597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Poagy pantry defense</a:t>
            </a:r>
            <a:endParaRPr sz="1200"/>
          </a:p>
        </p:txBody>
      </p:sp>
      <p:sp>
        <p:nvSpPr>
          <p:cNvPr id="179" name="Google Shape;179;p29"/>
          <p:cNvSpPr/>
          <p:nvPr/>
        </p:nvSpPr>
        <p:spPr>
          <a:xfrm>
            <a:off x="5452200" y="901400"/>
            <a:ext cx="3678300" cy="597600"/>
          </a:xfrm>
          <a:prstGeom prst="rect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ultra realistic poagy getting lost simulator</a:t>
            </a:r>
            <a:endParaRPr sz="1200"/>
          </a:p>
        </p:txBody>
      </p:sp>
      <p:sp>
        <p:nvSpPr>
          <p:cNvPr id="180" name="Google Shape;180;p29">
            <a:hlinkClick action="ppaction://hlinksldjump" r:id="rId10"/>
          </p:cNvPr>
          <p:cNvSpPr/>
          <p:nvPr/>
        </p:nvSpPr>
        <p:spPr>
          <a:xfrm>
            <a:off x="-950" y="4793175"/>
            <a:ext cx="967500" cy="350400"/>
          </a:xfrm>
          <a:prstGeom prst="rect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Back</a:t>
            </a:r>
            <a:endParaRPr sz="1000"/>
          </a:p>
        </p:txBody>
      </p:sp>
      <p:sp>
        <p:nvSpPr>
          <p:cNvPr id="181" name="Google Shape;181;p29">
            <a:hlinkClick action="ppaction://hlinksldjump" r:id="rId11"/>
          </p:cNvPr>
          <p:cNvSpPr/>
          <p:nvPr/>
        </p:nvSpPr>
        <p:spPr>
          <a:xfrm>
            <a:off x="7795575" y="4587225"/>
            <a:ext cx="1348500" cy="5562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sp>
        <p:nvSpPr>
          <p:cNvPr id="182" name="Google Shape;182;p29">
            <a:hlinkClick action="ppaction://hlinksldjump" r:id="rId12"/>
          </p:cNvPr>
          <p:cNvSpPr/>
          <p:nvPr/>
        </p:nvSpPr>
        <p:spPr>
          <a:xfrm>
            <a:off x="151925" y="1960350"/>
            <a:ext cx="1117500" cy="203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News</a:t>
            </a:r>
            <a:endParaRPr sz="1000"/>
          </a:p>
        </p:txBody>
      </p:sp>
      <p:sp>
        <p:nvSpPr>
          <p:cNvPr id="183" name="Google Shape;183;p29"/>
          <p:cNvSpPr/>
          <p:nvPr/>
        </p:nvSpPr>
        <p:spPr>
          <a:xfrm>
            <a:off x="1269425" y="1960350"/>
            <a:ext cx="1117500" cy="2031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/>
              <a:t>Badges</a:t>
            </a:r>
            <a:endParaRPr sz="1000"/>
          </a:p>
        </p:txBody>
      </p:sp>
      <p:sp>
        <p:nvSpPr>
          <p:cNvPr id="184" name="Google Shape;184;p29"/>
          <p:cNvSpPr/>
          <p:nvPr/>
        </p:nvSpPr>
        <p:spPr>
          <a:xfrm>
            <a:off x="151925" y="2163438"/>
            <a:ext cx="3084900" cy="22317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No badges.</a:t>
            </a:r>
            <a:endParaRPr sz="100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0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0" name="Google Shape;190;p30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30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30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The news page isn’t finished yet.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In the meantime, check out our </a:t>
            </a:r>
            <a:r>
              <a:rPr lang="en" sz="1200" u="sng">
                <a:solidFill>
                  <a:schemeClr val="hlink"/>
                </a:solidFill>
                <a:latin typeface="Comic Relief"/>
                <a:ea typeface="Comic Relief"/>
                <a:cs typeface="Comic Relief"/>
                <a:sym typeface="Comic Relief"/>
                <a:hlinkClick r:id="rId6"/>
              </a:rPr>
              <a:t>blog</a:t>
            </a: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!</a:t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193" name="Google Shape;193;p30">
            <a:hlinkClick action="ppaction://hlinksldjump" r:id="rId7"/>
          </p:cNvPr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News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pic>
        <p:nvPicPr>
          <p:cNvPr id="194" name="Google Shape;194;p30" title="littlepoagy-nobg.png"/>
          <p:cNvPicPr preferRelativeResize="0"/>
          <p:nvPr/>
        </p:nvPicPr>
        <p:blipFill rotWithShape="1">
          <a:blip r:embed="rId8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30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1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1" name="Google Shape;201;p31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31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31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20261012.0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12</a:t>
            </a:r>
            <a:r>
              <a:rPr lang="en" sz="12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th October 2026</a:t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Continues working on poagy pantry defense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Fixes some “unique” UI issues</a:t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Previous update (20261011.0):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Adds music player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rgbClr val="999999"/>
                </a:solidFill>
                <a:latin typeface="Comic Relief"/>
                <a:ea typeface="Comic Relief"/>
                <a:cs typeface="Comic Relief"/>
                <a:sym typeface="Comic Relief"/>
              </a:rPr>
              <a:t>Continues working on poagy pantry defense</a:t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999999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04" name="Google Shape;204;p31">
            <a:hlinkClick action="ppaction://hlinksldjump" r:id="rId6"/>
          </p:cNvPr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205" name="Google Shape;205;p31"/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206" name="Google Shape;206;p31">
            <a:hlinkClick action="ppaction://hlinksldjump" r:id="rId7"/>
          </p:cNvPr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207" name="Google Shape;207;p31" title="littlepoagy-nobg.png"/>
          <p:cNvPicPr preferRelativeResize="0"/>
          <p:nvPr/>
        </p:nvPicPr>
        <p:blipFill rotWithShape="1">
          <a:blip r:embed="rId8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31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2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4" name="Google Shape;214;p32">
            <a:hlinkClick action="ppaction://hlinksldjump"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32" title="littlepoagy-excited-removebg-preview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32"/>
          <p:cNvSpPr/>
          <p:nvPr/>
        </p:nvSpPr>
        <p:spPr>
          <a:xfrm>
            <a:off x="2245500" y="-27000"/>
            <a:ext cx="4626000" cy="5197500"/>
          </a:xfrm>
          <a:prstGeom prst="rect">
            <a:avLst/>
          </a:prstGeom>
          <a:solidFill>
            <a:srgbClr val="59595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No data.</a:t>
            </a:r>
            <a:endParaRPr sz="16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sp>
        <p:nvSpPr>
          <p:cNvPr id="217" name="Google Shape;217;p32">
            <a:hlinkClick action="ppaction://hlinksldjump" r:id="rId6"/>
          </p:cNvPr>
          <p:cNvSpPr/>
          <p:nvPr/>
        </p:nvSpPr>
        <p:spPr>
          <a:xfrm>
            <a:off x="2247375" y="216250"/>
            <a:ext cx="4626000" cy="471000"/>
          </a:xfrm>
          <a:prstGeom prst="rect">
            <a:avLst/>
          </a:prstGeom>
          <a:solidFill>
            <a:srgbClr val="CC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Changelog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0"/>
          </a:p>
        </p:txBody>
      </p:sp>
      <p:sp>
        <p:nvSpPr>
          <p:cNvPr id="218" name="Google Shape;218;p32">
            <a:hlinkClick action="ppaction://hlinksldjump" r:id="rId7"/>
          </p:cNvPr>
          <p:cNvSpPr/>
          <p:nvPr/>
        </p:nvSpPr>
        <p:spPr>
          <a:xfrm>
            <a:off x="2245500" y="687250"/>
            <a:ext cx="2313000" cy="2571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Rolling</a:t>
            </a:r>
            <a:endParaRPr sz="800"/>
          </a:p>
        </p:txBody>
      </p:sp>
      <p:sp>
        <p:nvSpPr>
          <p:cNvPr id="219" name="Google Shape;219;p32"/>
          <p:cNvSpPr/>
          <p:nvPr/>
        </p:nvSpPr>
        <p:spPr>
          <a:xfrm>
            <a:off x="4558500" y="687250"/>
            <a:ext cx="2313000" cy="257100"/>
          </a:xfrm>
          <a:prstGeom prst="rect">
            <a:avLst/>
          </a:prstGeom>
          <a:gradFill>
            <a:gsLst>
              <a:gs pos="0">
                <a:srgbClr val="FDECDB"/>
              </a:gs>
              <a:gs pos="100000">
                <a:srgbClr val="F0AA6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Dev Release</a:t>
            </a:r>
            <a:endParaRPr sz="800"/>
          </a:p>
        </p:txBody>
      </p:sp>
      <p:pic>
        <p:nvPicPr>
          <p:cNvPr id="220" name="Google Shape;220;p32" title="littlepoagy-nobg.png"/>
          <p:cNvPicPr preferRelativeResize="0"/>
          <p:nvPr/>
        </p:nvPicPr>
        <p:blipFill rotWithShape="1">
          <a:blip r:embed="rId8">
            <a:alphaModFix/>
          </a:blip>
          <a:srcRect b="26438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32">
            <a:hlinkClick action="ppaction://hlinksldjump" r:id="rId9"/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3"/>
          <p:cNvSpPr/>
          <p:nvPr/>
        </p:nvSpPr>
        <p:spPr>
          <a:xfrm>
            <a:off x="13500" y="0"/>
            <a:ext cx="9117000" cy="3504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/>
              <a:t>      </a:t>
            </a:r>
            <a:r>
              <a:rPr lang="en">
                <a:solidFill>
                  <a:schemeClr val="dk1"/>
                </a:solidFill>
              </a:rPr>
              <a:t>poagy.gs Home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7" name="Google Shape;227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4052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33" title="littlepoagy-excited-removebg-preview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35700" y="1182000"/>
            <a:ext cx="2024025" cy="2779475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33"/>
          <p:cNvSpPr/>
          <p:nvPr/>
        </p:nvSpPr>
        <p:spPr>
          <a:xfrm>
            <a:off x="13500" y="350400"/>
            <a:ext cx="3032400" cy="4793100"/>
          </a:xfrm>
          <a:prstGeom prst="rect">
            <a:avLst/>
          </a:prstGeom>
          <a:solidFill>
            <a:srgbClr val="666666">
              <a:alpha val="6471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>
                <a:solidFill>
                  <a:srgbClr val="FF00FF"/>
                </a:solidFill>
                <a:latin typeface="Comic Relief"/>
                <a:ea typeface="Comic Relief"/>
                <a:cs typeface="Comic Relief"/>
                <a:sym typeface="Comic Relief"/>
              </a:rPr>
              <a:t>poagy</a:t>
            </a:r>
            <a:r>
              <a:rPr lang="en" sz="1800">
                <a:solidFill>
                  <a:srgbClr val="FF9900"/>
                </a:solidFill>
                <a:latin typeface="Comic Relief"/>
                <a:ea typeface="Comic Relief"/>
                <a:cs typeface="Comic Relief"/>
                <a:sym typeface="Comic Relief"/>
              </a:rPr>
              <a:t>.gs</a:t>
            </a:r>
            <a:r>
              <a:rPr lang="en" sz="1800">
                <a:solidFill>
                  <a:srgbClr val="00FF00"/>
                </a:solidFill>
                <a:latin typeface="Pacifico"/>
                <a:ea typeface="Pacifico"/>
                <a:cs typeface="Pacifico"/>
                <a:sym typeface="Pacifico"/>
              </a:rPr>
              <a:t>+</a:t>
            </a:r>
            <a:endParaRPr sz="1800">
              <a:solidFill>
                <a:srgbClr val="00FF00"/>
              </a:solidFill>
              <a:latin typeface="Pacifico"/>
              <a:ea typeface="Pacifico"/>
              <a:cs typeface="Pacifico"/>
              <a:sym typeface="Pacific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A poagy game library.</a:t>
            </a:r>
            <a:endParaRPr sz="120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230" name="Google Shape;230;p33" title="littlepoagy-cool-removebg-preview.png">
            <a:hlinkClick action="ppaction://hlinksldjump" r:id="rId5"/>
          </p:cNvPr>
          <p:cNvPicPr preferRelativeResize="0"/>
          <p:nvPr/>
        </p:nvPicPr>
        <p:blipFill rotWithShape="1">
          <a:blip r:embed="rId6">
            <a:alphaModFix/>
          </a:blip>
          <a:srcRect b="25877" l="0" r="0" t="0"/>
          <a:stretch/>
        </p:blipFill>
        <p:spPr>
          <a:xfrm>
            <a:off x="0" y="0"/>
            <a:ext cx="350400" cy="3504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33">
            <a:hlinkClick r:id="rId7"/>
          </p:cNvPr>
          <p:cNvSpPr/>
          <p:nvPr/>
        </p:nvSpPr>
        <p:spPr>
          <a:xfrm>
            <a:off x="38625" y="11430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Site</a:t>
            </a:r>
            <a:endParaRPr sz="1200"/>
          </a:p>
        </p:txBody>
      </p:sp>
      <p:sp>
        <p:nvSpPr>
          <p:cNvPr id="232" name="Google Shape;232;p33">
            <a:hlinkClick r:id="rId8"/>
          </p:cNvPr>
          <p:cNvSpPr/>
          <p:nvPr/>
        </p:nvSpPr>
        <p:spPr>
          <a:xfrm>
            <a:off x="39150" y="16352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FF6DB"/>
              </a:gs>
              <a:gs pos="100000">
                <a:srgbClr val="FAD15C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Learn more about poagy.gs+</a:t>
            </a:r>
            <a:endParaRPr sz="1200"/>
          </a:p>
        </p:txBody>
      </p:sp>
      <p:sp>
        <p:nvSpPr>
          <p:cNvPr id="233" name="Google Shape;233;p33">
            <a:hlinkClick r:id="rId9"/>
          </p:cNvPr>
          <p:cNvSpPr/>
          <p:nvPr/>
        </p:nvSpPr>
        <p:spPr>
          <a:xfrm>
            <a:off x="39150" y="2127400"/>
            <a:ext cx="2981100" cy="4092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5D0D0"/>
              </a:gs>
              <a:gs pos="100000">
                <a:srgbClr val="D96868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Try the original poagy.gs</a:t>
            </a:r>
            <a:endParaRPr sz="1200"/>
          </a:p>
        </p:txBody>
      </p:sp>
      <p:sp>
        <p:nvSpPr>
          <p:cNvPr id="234" name="Google Shape;234;p33"/>
          <p:cNvSpPr/>
          <p:nvPr/>
        </p:nvSpPr>
        <p:spPr>
          <a:xfrm>
            <a:off x="4331225" y="2255100"/>
            <a:ext cx="2596200" cy="633300"/>
          </a:xfrm>
          <a:prstGeom prst="roundRect">
            <a:avLst>
              <a:gd fmla="val 12673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</a:t>
            </a:r>
            <a:endParaRPr/>
          </a:p>
        </p:txBody>
      </p:sp>
      <p:pic>
        <p:nvPicPr>
          <p:cNvPr id="235" name="Google Shape;235;p33" title="littlepoagy-cool-removebg-preview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961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33" title="littlepoagy-confused-removebg-preview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401113" y="4098464"/>
            <a:ext cx="257175" cy="353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33" title="littlepoagy-happy-removebg-preview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706075" y="4101565"/>
            <a:ext cx="257175" cy="34696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3"/>
          <p:cNvSpPr txBox="1"/>
          <p:nvPr/>
        </p:nvSpPr>
        <p:spPr>
          <a:xfrm>
            <a:off x="1065500" y="4538900"/>
            <a:ext cx="8979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20261012.0-</a:t>
            </a:r>
            <a:r>
              <a:rPr lang="en" sz="600">
                <a:solidFill>
                  <a:srgbClr val="FF0000"/>
                </a:solidFill>
              </a:rPr>
              <a:t>rolling</a:t>
            </a:r>
            <a:endParaRPr sz="600">
              <a:solidFill>
                <a:srgbClr val="FF0000"/>
              </a:solidFill>
            </a:endParaRPr>
          </a:p>
        </p:txBody>
      </p:sp>
      <p:sp>
        <p:nvSpPr>
          <p:cNvPr id="239" name="Google Shape;239;p33"/>
          <p:cNvSpPr txBox="1"/>
          <p:nvPr/>
        </p:nvSpPr>
        <p:spPr>
          <a:xfrm>
            <a:off x="740625" y="4667225"/>
            <a:ext cx="1577100" cy="9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Comic Relief"/>
                <a:ea typeface="Comic Relief"/>
                <a:cs typeface="Comic Relief"/>
                <a:sym typeface="Comic Relief"/>
              </a:rPr>
              <a:t>PoweredByPoag 2025-2026</a:t>
            </a:r>
            <a:endParaRPr sz="800">
              <a:solidFill>
                <a:schemeClr val="lt1"/>
              </a:solidFill>
              <a:latin typeface="Comic Relief"/>
              <a:ea typeface="Comic Relief"/>
              <a:cs typeface="Comic Relief"/>
              <a:sym typeface="Comic Relief"/>
            </a:endParaRPr>
          </a:p>
        </p:txBody>
      </p:sp>
      <p:pic>
        <p:nvPicPr>
          <p:cNvPr id="240" name="Google Shape;240;p33">
            <a:hlinkClick action="ppaction://hlinksldjump" r:id="rId12"/>
          </p:cNvPr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7213875" y="46621"/>
            <a:ext cx="257175" cy="257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33">
            <a:hlinkClick action="ppaction://hlinksldjump" r:id="rId14"/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8067175" y="46613"/>
            <a:ext cx="257175" cy="25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4"/>
          <p:cNvSpPr txBox="1"/>
          <p:nvPr/>
        </p:nvSpPr>
        <p:spPr>
          <a:xfrm>
            <a:off x="645100" y="526100"/>
            <a:ext cx="27183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p</a:t>
            </a:r>
            <a:r>
              <a:rPr lang="en" sz="1800">
                <a:solidFill>
                  <a:schemeClr val="dk2"/>
                </a:solidFill>
                <a:latin typeface="Lexend"/>
                <a:ea typeface="Lexend"/>
                <a:cs typeface="Lexend"/>
                <a:sym typeface="Lexend"/>
              </a:rPr>
              <a:t>oagy pantry defense</a:t>
            </a:r>
            <a:endParaRPr sz="1800">
              <a:solidFill>
                <a:schemeClr val="dk2"/>
              </a:solidFill>
              <a:latin typeface="Lexend"/>
              <a:ea typeface="Lexend"/>
              <a:cs typeface="Lexend"/>
              <a:sym typeface="Lexend"/>
            </a:endParaRPr>
          </a:p>
        </p:txBody>
      </p:sp>
      <p:sp>
        <p:nvSpPr>
          <p:cNvPr id="247" name="Google Shape;247;p34"/>
          <p:cNvSpPr txBox="1"/>
          <p:nvPr/>
        </p:nvSpPr>
        <p:spPr>
          <a:xfrm>
            <a:off x="695200" y="908125"/>
            <a:ext cx="26181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Protect the pantry from the poags!</a:t>
            </a:r>
            <a:endParaRPr sz="1200">
              <a:solidFill>
                <a:schemeClr val="dk2"/>
              </a:solidFill>
            </a:endParaRPr>
          </a:p>
        </p:txBody>
      </p:sp>
      <p:sp>
        <p:nvSpPr>
          <p:cNvPr id="248" name="Google Shape;248;p34"/>
          <p:cNvSpPr/>
          <p:nvPr/>
        </p:nvSpPr>
        <p:spPr>
          <a:xfrm>
            <a:off x="654400" y="3438375"/>
            <a:ext cx="2699700" cy="9765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FDECDB"/>
              </a:gs>
              <a:gs pos="100000">
                <a:srgbClr val="F0A963"/>
              </a:gs>
            </a:gsLst>
            <a:path path="circle">
              <a:fillToRect b="50%" l="50%" r="50%" t="50%"/>
            </a:path>
            <a:tileRect/>
          </a:gra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00FF"/>
                </a:solidFill>
                <a:latin typeface="Oswald"/>
                <a:ea typeface="Oswald"/>
                <a:cs typeface="Oswald"/>
                <a:sym typeface="Oswald"/>
              </a:rPr>
              <a:t>Play!</a:t>
            </a:r>
            <a:endParaRPr>
              <a:solidFill>
                <a:srgbClr val="FF00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249" name="Google Shape;249;p34"/>
          <p:cNvSpPr txBox="1"/>
          <p:nvPr/>
        </p:nvSpPr>
        <p:spPr>
          <a:xfrm>
            <a:off x="0" y="-6275"/>
            <a:ext cx="18477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2"/>
                </a:solidFill>
              </a:rPr>
              <a:t>Early title screen. Not for final </a:t>
            </a:r>
            <a:r>
              <a:rPr lang="en" sz="600">
                <a:solidFill>
                  <a:schemeClr val="dk2"/>
                </a:solidFill>
              </a:rPr>
              <a:t>release.</a:t>
            </a:r>
            <a:endParaRPr sz="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/>
        </p:nvSpPr>
        <p:spPr>
          <a:xfrm>
            <a:off x="2084120" y="1712069"/>
            <a:ext cx="55893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" sz="3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Ultra Realistic Poagy getting lost simulator</a:t>
            </a:r>
            <a:endParaRPr b="0" i="0" sz="3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35"/>
          <p:cNvSpPr txBox="1"/>
          <p:nvPr/>
        </p:nvSpPr>
        <p:spPr>
          <a:xfrm>
            <a:off x="-165146" y="4679700"/>
            <a:ext cx="9144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Click to proceed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35"/>
          <p:cNvSpPr txBox="1"/>
          <p:nvPr/>
        </p:nvSpPr>
        <p:spPr>
          <a:xfrm>
            <a:off x="8325" y="0"/>
            <a:ext cx="2709900" cy="34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v1.5</a:t>
            </a:r>
            <a:endParaRPr b="0" i="0" sz="1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5"/>
          <p:cNvSpPr/>
          <p:nvPr/>
        </p:nvSpPr>
        <p:spPr>
          <a:xfrm>
            <a:off x="8632600" y="106750"/>
            <a:ext cx="346200" cy="340800"/>
          </a:xfrm>
          <a:prstGeom prst="smileyFace">
            <a:avLst>
              <a:gd fmla="val 4653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5">
            <a:hlinkClick action="ppaction://hlinksldjump" r:id="rId3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6"/>
          <p:cNvSpPr/>
          <p:nvPr/>
        </p:nvSpPr>
        <p:spPr>
          <a:xfrm>
            <a:off x="2987399" y="536580"/>
            <a:ext cx="3169200" cy="3741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Selection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36">
            <a:hlinkClick action="ppaction://hlinksldjump" r:id="rId3"/>
          </p:cNvPr>
          <p:cNvSpPr/>
          <p:nvPr/>
        </p:nvSpPr>
        <p:spPr>
          <a:xfrm>
            <a:off x="2987400" y="1133500"/>
            <a:ext cx="3169200" cy="768900"/>
          </a:xfrm>
          <a:prstGeom prst="rect">
            <a:avLst/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Poagy’s Road Dilema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36">
            <a:hlinkClick action="ppaction://hlinksldjump" r:id="rId4"/>
          </p:cNvPr>
          <p:cNvSpPr/>
          <p:nvPr/>
        </p:nvSpPr>
        <p:spPr>
          <a:xfrm>
            <a:off x="2987400" y="1902400"/>
            <a:ext cx="3169200" cy="76890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B3B3B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2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Housing Issues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36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7"/>
          <p:cNvSpPr/>
          <p:nvPr/>
        </p:nvSpPr>
        <p:spPr>
          <a:xfrm>
            <a:off x="152425" y="18472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37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37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4" name="Google Shape;274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3559890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37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arrive at a 4 way intersection. You can go right, which looks like a nice clean path, left, a path with a tree you have to climb over, and straight, a path with a door at the end labeled “pantry”. What do you choose?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37">
            <a:hlinkClick action="ppaction://hlinksldjump" r:id="rId4"/>
          </p:cNvPr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37">
            <a:hlinkClick action="ppaction://hlinksldjump" r:id="rId5"/>
          </p:cNvPr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37">
            <a:hlinkClick action="ppaction://hlinksldjump" r:id="rId6"/>
          </p:cNvPr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37">
            <a:hlinkClick action="ppaction://hlinksldjump" r:id="rId7"/>
          </p:cNvPr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37"/>
          <p:cNvSpPr txBox="1"/>
          <p:nvPr/>
        </p:nvSpPr>
        <p:spPr>
          <a:xfrm>
            <a:off x="-109117" y="2296042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Road Rd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37">
            <a:hlinkClick action="ppaction://hlinksldjump" r:id="rId8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30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300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8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38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38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38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0" name="Google Shape;290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38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left… and shuts down because climbing is too hard.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38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38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38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38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96" name="Google Shape;296;p38"/>
          <p:cNvGrpSpPr/>
          <p:nvPr/>
        </p:nvGrpSpPr>
        <p:grpSpPr>
          <a:xfrm>
            <a:off x="2509078" y="1239250"/>
            <a:ext cx="4430700" cy="2676600"/>
            <a:chOff x="553878" y="-588850"/>
            <a:chExt cx="4430700" cy="2676600"/>
          </a:xfrm>
        </p:grpSpPr>
        <p:sp>
          <p:nvSpPr>
            <p:cNvPr id="297" name="Google Shape;297;p38"/>
            <p:cNvSpPr/>
            <p:nvPr/>
          </p:nvSpPr>
          <p:spPr>
            <a:xfrm>
              <a:off x="553878" y="-588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bad at climbing. What did you expect?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" name="Google Shape;298;p38">
              <a:hlinkClick action="ppaction://hlinksldjump" r:id="rId4"/>
            </p:cNvPr>
            <p:cNvSpPr/>
            <p:nvPr/>
          </p:nvSpPr>
          <p:spPr>
            <a:xfrm>
              <a:off x="2045325" y="13806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99" name="Google Shape;299;p38"/>
          <p:cNvSpPr/>
          <p:nvPr/>
        </p:nvSpPr>
        <p:spPr>
          <a:xfrm>
            <a:off x="6035050" y="-845825"/>
            <a:ext cx="1908900" cy="388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38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8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2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39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39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39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39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9" name="Google Shape;30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39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right… and just flops over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39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39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39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39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5" name="Google Shape;315;p39"/>
          <p:cNvGrpSpPr/>
          <p:nvPr/>
        </p:nvGrpSpPr>
        <p:grpSpPr>
          <a:xfrm>
            <a:off x="2509078" y="1239250"/>
            <a:ext cx="4430700" cy="2676600"/>
            <a:chOff x="904078" y="-238675"/>
            <a:chExt cx="4430700" cy="2676600"/>
          </a:xfrm>
        </p:grpSpPr>
        <p:sp>
          <p:nvSpPr>
            <p:cNvPr id="316" name="Google Shape;316;p39"/>
            <p:cNvSpPr/>
            <p:nvPr/>
          </p:nvSpPr>
          <p:spPr>
            <a:xfrm>
              <a:off x="904078" y="-238675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lazy.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7" name="Google Shape;317;p39">
              <a:hlinkClick action="ppaction://hlinksldjump" r:id="rId4"/>
            </p:cNvPr>
            <p:cNvSpPr/>
            <p:nvPr/>
          </p:nvSpPr>
          <p:spPr>
            <a:xfrm>
              <a:off x="2395525" y="1666325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18" name="Google Shape;318;p39"/>
          <p:cNvSpPr/>
          <p:nvPr/>
        </p:nvSpPr>
        <p:spPr>
          <a:xfrm>
            <a:off x="6252200" y="-1131575"/>
            <a:ext cx="19431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39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3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3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0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40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40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40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8" name="Google Shape;328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536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p40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Poagy moves straight… and gets distracted by the lure of an amazing exquisite pantry full of food.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40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40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40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40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BD4EB"/>
              </a:gs>
              <a:gs pos="100000">
                <a:srgbClr val="9080BB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4" name="Google Shape;334;p40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335" name="Google Shape;335;p40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Git Gud 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is practically a pantry vacuum.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" name="Google Shape;336;p40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Close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37" name="Google Shape;337;p40"/>
          <p:cNvSpPr/>
          <p:nvPr/>
        </p:nvSpPr>
        <p:spPr>
          <a:xfrm>
            <a:off x="4834900" y="-1531625"/>
            <a:ext cx="2263200" cy="5502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40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1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3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-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41"/>
          <p:cNvSpPr txBox="1"/>
          <p:nvPr/>
        </p:nvSpPr>
        <p:spPr>
          <a:xfrm>
            <a:off x="855133" y="6574367"/>
            <a:ext cx="91440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Garden Opening</a:t>
            </a:r>
            <a:endParaRPr b="0" i="0" sz="40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Part 1/3</a:t>
            </a:r>
            <a:endParaRPr b="0" i="0" sz="25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41"/>
          <p:cNvSpPr/>
          <p:nvPr/>
        </p:nvSpPr>
        <p:spPr>
          <a:xfrm>
            <a:off x="25" y="1847850"/>
            <a:ext cx="91440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41"/>
          <p:cNvSpPr/>
          <p:nvPr/>
        </p:nvSpPr>
        <p:spPr>
          <a:xfrm rot="5400000">
            <a:off x="2122675" y="1853650"/>
            <a:ext cx="520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41"/>
          <p:cNvSpPr/>
          <p:nvPr/>
        </p:nvSpPr>
        <p:spPr>
          <a:xfrm rot="5400000">
            <a:off x="3997675" y="1847250"/>
            <a:ext cx="1453500" cy="1447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7" name="Google Shape;347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91931" y="1847856"/>
            <a:ext cx="1064992" cy="1447800"/>
          </a:xfrm>
          <a:prstGeom prst="rect">
            <a:avLst/>
          </a:prstGeom>
          <a:noFill/>
          <a:ln>
            <a:noFill/>
          </a:ln>
        </p:spPr>
      </p:pic>
      <p:sp>
        <p:nvSpPr>
          <p:cNvPr id="348" name="Google Shape;348;p41"/>
          <p:cNvSpPr/>
          <p:nvPr/>
        </p:nvSpPr>
        <p:spPr>
          <a:xfrm>
            <a:off x="25" y="4521900"/>
            <a:ext cx="9144000" cy="6573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You throw a piece of food down the clean path, and Poagy makes it!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41"/>
          <p:cNvSpPr/>
          <p:nvPr/>
        </p:nvSpPr>
        <p:spPr>
          <a:xfrm>
            <a:off x="89024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41"/>
          <p:cNvSpPr/>
          <p:nvPr/>
        </p:nvSpPr>
        <p:spPr>
          <a:xfrm>
            <a:off x="90407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Right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41"/>
          <p:cNvSpPr/>
          <p:nvPr/>
        </p:nvSpPr>
        <p:spPr>
          <a:xfrm>
            <a:off x="1719126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FEAFB"/>
              </a:gs>
              <a:gs pos="100000">
                <a:srgbClr val="6E9CE7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Straight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41"/>
          <p:cNvSpPr/>
          <p:nvPr/>
        </p:nvSpPr>
        <p:spPr>
          <a:xfrm>
            <a:off x="2548001" y="4094125"/>
            <a:ext cx="678000" cy="331800"/>
          </a:xfrm>
          <a:prstGeom prst="roundRect">
            <a:avLst>
              <a:gd fmla="val 16667" name="adj"/>
            </a:avLst>
          </a:prstGeom>
          <a:gradFill>
            <a:gsLst>
              <a:gs pos="0">
                <a:srgbClr val="DCECD5"/>
              </a:gs>
              <a:gs pos="100000">
                <a:srgbClr val="92BC81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???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53" name="Google Shape;353;p41"/>
          <p:cNvGrpSpPr/>
          <p:nvPr/>
        </p:nvGrpSpPr>
        <p:grpSpPr>
          <a:xfrm>
            <a:off x="2509078" y="1239250"/>
            <a:ext cx="4430700" cy="2676600"/>
            <a:chOff x="2509078" y="1232850"/>
            <a:chExt cx="4430700" cy="2676600"/>
          </a:xfrm>
        </p:grpSpPr>
        <p:sp>
          <p:nvSpPr>
            <p:cNvPr id="354" name="Google Shape;354;p41"/>
            <p:cNvSpPr/>
            <p:nvPr/>
          </p:nvSpPr>
          <p:spPr>
            <a:xfrm>
              <a:off x="2509078" y="1232850"/>
              <a:ext cx="4430700" cy="26766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000"/>
                <a:buFont typeface="Arial"/>
                <a:buNone/>
              </a:pPr>
              <a:r>
                <a:rPr b="0" i="0" lang="en" sz="40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Nice one</a:t>
              </a:r>
              <a:endParaRPr b="0" i="0" sz="4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t/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500"/>
                <a:buFont typeface="Arial"/>
                <a:buNone/>
              </a:pPr>
              <a:r>
                <a:rPr b="0" i="0" lang="en" sz="25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Poagy successfully made it!</a:t>
              </a:r>
              <a:endParaRPr b="0" i="0" sz="25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p41">
              <a:hlinkClick action="ppaction://hlinksldjump" r:id="rId4"/>
            </p:cNvPr>
            <p:cNvSpPr/>
            <p:nvPr/>
          </p:nvSpPr>
          <p:spPr>
            <a:xfrm>
              <a:off x="4058725" y="3095000"/>
              <a:ext cx="1447800" cy="6573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rPr b="0" i="0" lang="en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rPr>
                <a:t>Continue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56" name="Google Shape;356;p41"/>
          <p:cNvSpPr/>
          <p:nvPr/>
        </p:nvSpPr>
        <p:spPr>
          <a:xfrm>
            <a:off x="4834900" y="-640075"/>
            <a:ext cx="2583300" cy="434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41">
            <a:hlinkClick action="ppaction://hlinksldjump" r:id="rId5"/>
          </p:cNvPr>
          <p:cNvSpPr/>
          <p:nvPr/>
        </p:nvSpPr>
        <p:spPr>
          <a:xfrm rot="5400000">
            <a:off x="19150" y="-10950"/>
            <a:ext cx="186600" cy="208500"/>
          </a:xfrm>
          <a:prstGeom prst="rtTriangle">
            <a:avLst/>
          </a:prstGeom>
          <a:gradFill>
            <a:gsLst>
              <a:gs pos="0">
                <a:srgbClr val="D5A6BD"/>
              </a:gs>
              <a:gs pos="100000">
                <a:srgbClr val="E06666"/>
              </a:gs>
            </a:gsLst>
            <a:lin ang="0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xit" presetID="2" presetSubtype="2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2500"/>
                                        <p:tgtEl>
                                          <p:spTgt spid="3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x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x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30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