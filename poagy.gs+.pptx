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embeddedFontLst>
    <p:embeddedFont>
      <p:font typeface="Inter"/>
      <p:regular r:id="rId37"/>
      <p:bold r:id="rId38"/>
      <p:italic r:id="rId39"/>
      <p:boldItalic r:id="rId40"/>
    </p:embeddedFont>
    <p:embeddedFont>
      <p:font typeface="Pacifico"/>
      <p:regular r:id="rId41"/>
    </p:embeddedFont>
    <p:embeddedFont>
      <p:font typeface="Lexend"/>
      <p:regular r:id="rId42"/>
      <p:bold r:id="rId43"/>
    </p:embeddedFont>
    <p:embeddedFont>
      <p:font typeface="Oswald"/>
      <p:regular r:id="rId44"/>
      <p:bold r:id="rId45"/>
    </p:embeddedFont>
    <p:embeddedFont>
      <p:font typeface="Inter ExtraLight"/>
      <p:regular r:id="rId46"/>
      <p:bold r:id="rId47"/>
      <p:italic r:id="rId48"/>
      <p:boldItalic r:id="rId49"/>
    </p:embeddedFont>
    <p:embeddedFont>
      <p:font typeface="Comic Relief"/>
      <p:regular r:id="rId50"/>
      <p:bold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Inter-boldItalic.fntdata"/><Relationship Id="rId42" Type="http://schemas.openxmlformats.org/officeDocument/2006/relationships/font" Target="fonts/Lexend-regular.fntdata"/><Relationship Id="rId41" Type="http://schemas.openxmlformats.org/officeDocument/2006/relationships/font" Target="fonts/Pacifico-regular.fntdata"/><Relationship Id="rId44" Type="http://schemas.openxmlformats.org/officeDocument/2006/relationships/font" Target="fonts/Oswald-regular.fntdata"/><Relationship Id="rId43" Type="http://schemas.openxmlformats.org/officeDocument/2006/relationships/font" Target="fonts/Lexend-bold.fntdata"/><Relationship Id="rId46" Type="http://schemas.openxmlformats.org/officeDocument/2006/relationships/font" Target="fonts/InterExtraLight-regular.fntdata"/><Relationship Id="rId45" Type="http://schemas.openxmlformats.org/officeDocument/2006/relationships/font" Target="fonts/Oswald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48" Type="http://schemas.openxmlformats.org/officeDocument/2006/relationships/font" Target="fonts/InterExtraLight-italic.fntdata"/><Relationship Id="rId47" Type="http://schemas.openxmlformats.org/officeDocument/2006/relationships/font" Target="fonts/InterExtraLight-bold.fntdata"/><Relationship Id="rId49" Type="http://schemas.openxmlformats.org/officeDocument/2006/relationships/font" Target="fonts/InterExtraLight-boldItalic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font" Target="fonts/Inter-regular.fntdata"/><Relationship Id="rId36" Type="http://schemas.openxmlformats.org/officeDocument/2006/relationships/slide" Target="slides/slide30.xml"/><Relationship Id="rId39" Type="http://schemas.openxmlformats.org/officeDocument/2006/relationships/font" Target="fonts/Inter-italic.fntdata"/><Relationship Id="rId38" Type="http://schemas.openxmlformats.org/officeDocument/2006/relationships/font" Target="fonts/Inter-bold.fntdata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font" Target="fonts/ComicRelief-bold.fntdata"/><Relationship Id="rId50" Type="http://schemas.openxmlformats.org/officeDocument/2006/relationships/font" Target="fonts/ComicRelief-regular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h42c0b5c93bfda515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h42c0b5c93bfda515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UI present on current slide: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legacy_bgservice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flame_menubar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flame_img/happypoagy.png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flame_mbicons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legacy_playbutton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h1bccd770e8caf32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h1bccd770e8caf32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flame_txt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flame_badges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flame_news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flame_gamecarousel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legacy_backbutton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legacy_altplaybutton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h2483a72d626482d5_7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h2483a72d626482d5_7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flame_badges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flame_news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flame_gamecarousel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legacy_backbutton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legacy_altplaybutton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h1bccd770e8caf32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7" name="Google Shape;157;h1bccd770e8caf32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flame_badges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flame_news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flame_gamecarousel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legacy_backbutton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legacy_altplaybutton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h2483a72d626482d5_7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9" name="Google Shape;179;h2483a72d626482d5_7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flame_badges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flame_news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flame_gamecarousel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legacy_backbutton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legacy_altplaybutton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h194a4fe9424dd655_6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" name="Google Shape;202;h194a4fe9424dd655_6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flame_badges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flame_news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flame_gamecarousel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legacy_backbutton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legacy_altplaybutton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h194a4fe9424dd655_6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4" name="Google Shape;224;h194a4fe9424dd655_6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flame_badges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flame_news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flame_gamecarousel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legacy_backbutton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legacy_altplaybutton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h2483a72d626482d5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6" name="Google Shape;246;h2483a72d626482d5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h42c0b5c93bfda515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6" name="Google Shape;256;h42c0b5c93bfda515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legacy_flyoutmenuservice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legacy_tabservice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h42c0b5c93bfda515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0" name="Google Shape;270;h42c0b5c93bfda515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legacy_flyoutmenuservice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legacy_tabservice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h42c0b5c93bfda515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4" name="Google Shape;284;h42c0b5c93bfda515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flame_img/happypoagy.png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legacy_playbutton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flame_sidepanel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flame-spcontent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h63b3da3befb7e99b_217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4" name="Google Shape;304;h63b3da3befb7e99b_217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h166a1cf4b5e3685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h166a1cf4b5e3685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start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h166a1cf4b5e3685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5" name="Google Shape;325;h166a1cf4b5e3685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h166a1cf4b5e36852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h166a1cf4b5e36852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…ok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h166a1cf4b5e36852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5" name="Google Shape;345;h166a1cf4b5e36852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Christmas?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h166a1cf4b5e36852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4" name="Google Shape;354;h166a1cf4b5e36852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h166a1cf4b5e36852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h166a1cf4b5e36852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…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h166a1cf4b5e36852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8" name="Google Shape;368;h166a1cf4b5e36852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Why?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h166a1cf4b5e36852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7" name="Google Shape;377;h166a1cf4b5e36852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movies do you like?</a:t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h166a1cf4b5e36852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h166a1cf4b5e36852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h1bccd770e8caf32_0_1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9" name="Google Shape;399;h1bccd770e8caf32_0_1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h1bccd770e8caf32_0_1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8" name="Google Shape;408;h1bccd770e8caf32_0_1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h1bccd770e8caf32_0_2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6" name="Google Shape;416;h1bccd770e8caf32_0_2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h1bccd770e8caf32_0_2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1" name="Google Shape;431;h1bccd770e8caf32_0_2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h1bccd770e8caf32_0_2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0" name="Google Shape;450;h1bccd770e8caf32_0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h1bccd770e8caf32_0_2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9" name="Google Shape;469;h1bccd770e8caf32_0_2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h1bccd770e8caf32_0_2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8" name="Google Shape;488;h1bccd770e8caf32_0_2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h7af89712a75b0a2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8" name="Google Shape;508;h7af89712a75b0a2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Title screen test for </a:t>
            </a:r>
            <a:r>
              <a:rPr lang="en"/>
              <a:t>Happy Poagy conversation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h63b3da3befb7e99b_217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9" name="Google Shape;519;h63b3da3befb7e99b_217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8" name="Google Shape;58;p15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9" name="Google Shape;59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2" name="Google Shape;62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5" name="Google Shape;65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6" name="Google Shape;66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9" name="Google Shape;69;p18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0" name="Google Shape;70;p18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1" name="Google Shape;71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4" name="Google Shape;74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0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7" name="Google Shape;77;p20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8" name="Google Shape;78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1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81" name="Google Shape;81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2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5" name="Google Shape;85;p22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6" name="Google Shape;86;p22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7" name="Google Shape;87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90" name="Google Shape;90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4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3" name="Google Shape;93;p24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1.xml"/><Relationship Id="rId10" Type="http://schemas.openxmlformats.org/officeDocument/2006/relationships/image" Target="../media/image8.png"/><Relationship Id="rId12" Type="http://schemas.openxmlformats.org/officeDocument/2006/relationships/image" Target="../media/image6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slide" Target="/ppt/slides/slide11.xml"/><Relationship Id="rId4" Type="http://schemas.openxmlformats.org/officeDocument/2006/relationships/image" Target="../media/image4.png"/><Relationship Id="rId9" Type="http://schemas.openxmlformats.org/officeDocument/2006/relationships/slide" Target="/ppt/slides/slide12.xml"/><Relationship Id="rId5" Type="http://schemas.openxmlformats.org/officeDocument/2006/relationships/slide" Target="/ppt/slides/slide9.xml"/><Relationship Id="rId6" Type="http://schemas.openxmlformats.org/officeDocument/2006/relationships/image" Target="../media/image5.png"/><Relationship Id="rId7" Type="http://schemas.openxmlformats.org/officeDocument/2006/relationships/image" Target="../media/image1.png"/><Relationship Id="rId8" Type="http://schemas.openxmlformats.org/officeDocument/2006/relationships/slide" Target="/ppt/slides/slide2.xml"/></Relationships>
</file>

<file path=ppt/slides/_rels/slide2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2.xml"/><Relationship Id="rId10" Type="http://schemas.openxmlformats.org/officeDocument/2006/relationships/slide" Target="/ppt/slides/slide4.xml"/><Relationship Id="rId13" Type="http://schemas.openxmlformats.org/officeDocument/2006/relationships/slide" Target="/ppt/slides/slide6.xml"/><Relationship Id="rId12" Type="http://schemas.openxmlformats.org/officeDocument/2006/relationships/image" Target="../media/image6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slide" Target="/ppt/slides/slide11.xml"/><Relationship Id="rId4" Type="http://schemas.openxmlformats.org/officeDocument/2006/relationships/image" Target="../media/image4.png"/><Relationship Id="rId9" Type="http://schemas.openxmlformats.org/officeDocument/2006/relationships/slide" Target="/ppt/slides/slide13.xml"/><Relationship Id="rId15" Type="http://schemas.openxmlformats.org/officeDocument/2006/relationships/image" Target="../media/image8.png"/><Relationship Id="rId14" Type="http://schemas.openxmlformats.org/officeDocument/2006/relationships/slide" Target="/ppt/slides/slide12.xml"/><Relationship Id="rId5" Type="http://schemas.openxmlformats.org/officeDocument/2006/relationships/slide" Target="/ppt/slides/slide9.xml"/><Relationship Id="rId6" Type="http://schemas.openxmlformats.org/officeDocument/2006/relationships/image" Target="../media/image5.png"/><Relationship Id="rId7" Type="http://schemas.openxmlformats.org/officeDocument/2006/relationships/slide" Target="/ppt/slides/slide1.xml"/><Relationship Id="rId8" Type="http://schemas.openxmlformats.org/officeDocument/2006/relationships/slide" Target="/ppt/slides/slide3.xml"/></Relationships>
</file>

<file path=ppt/slides/_rels/slide3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3.xml"/><Relationship Id="rId10" Type="http://schemas.openxmlformats.org/officeDocument/2006/relationships/slide" Target="/ppt/slides/slide13.xml"/><Relationship Id="rId13" Type="http://schemas.openxmlformats.org/officeDocument/2006/relationships/slide" Target="/ppt/slides/slide6.xml"/><Relationship Id="rId12" Type="http://schemas.openxmlformats.org/officeDocument/2006/relationships/image" Target="../media/image6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slide" Target="/ppt/slides/slide11.xml"/><Relationship Id="rId4" Type="http://schemas.openxmlformats.org/officeDocument/2006/relationships/image" Target="../media/image4.png"/><Relationship Id="rId9" Type="http://schemas.openxmlformats.org/officeDocument/2006/relationships/slide" Target="/ppt/slides/slide2.xml"/><Relationship Id="rId15" Type="http://schemas.openxmlformats.org/officeDocument/2006/relationships/image" Target="../media/image8.png"/><Relationship Id="rId14" Type="http://schemas.openxmlformats.org/officeDocument/2006/relationships/slide" Target="/ppt/slides/slide12.xml"/><Relationship Id="rId5" Type="http://schemas.openxmlformats.org/officeDocument/2006/relationships/slide" Target="/ppt/slides/slide9.xml"/><Relationship Id="rId6" Type="http://schemas.openxmlformats.org/officeDocument/2006/relationships/image" Target="../media/image5.png"/><Relationship Id="rId7" Type="http://schemas.openxmlformats.org/officeDocument/2006/relationships/slide" Target="/ppt/slides/slide4.xml"/><Relationship Id="rId8" Type="http://schemas.openxmlformats.org/officeDocument/2006/relationships/slide" Target="/ppt/slides/slide1.xml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4.xml"/><Relationship Id="rId10" Type="http://schemas.openxmlformats.org/officeDocument/2006/relationships/slide" Target="/ppt/slides/slide5.xml"/><Relationship Id="rId13" Type="http://schemas.openxmlformats.org/officeDocument/2006/relationships/slide" Target="/ppt/slides/slide6.xml"/><Relationship Id="rId12" Type="http://schemas.openxmlformats.org/officeDocument/2006/relationships/image" Target="../media/image6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slide" Target="/ppt/slides/slide11.xml"/><Relationship Id="rId4" Type="http://schemas.openxmlformats.org/officeDocument/2006/relationships/image" Target="../media/image4.png"/><Relationship Id="rId9" Type="http://schemas.openxmlformats.org/officeDocument/2006/relationships/slide" Target="/ppt/slides/slide22.xml"/><Relationship Id="rId15" Type="http://schemas.openxmlformats.org/officeDocument/2006/relationships/image" Target="../media/image8.png"/><Relationship Id="rId14" Type="http://schemas.openxmlformats.org/officeDocument/2006/relationships/slide" Target="/ppt/slides/slide12.xml"/><Relationship Id="rId5" Type="http://schemas.openxmlformats.org/officeDocument/2006/relationships/slide" Target="/ppt/slides/slide9.xml"/><Relationship Id="rId6" Type="http://schemas.openxmlformats.org/officeDocument/2006/relationships/image" Target="../media/image5.png"/><Relationship Id="rId7" Type="http://schemas.openxmlformats.org/officeDocument/2006/relationships/slide" Target="/ppt/slides/slide2.xml"/><Relationship Id="rId8" Type="http://schemas.openxmlformats.org/officeDocument/2006/relationships/slide" Target="/ppt/slides/slide1.xml"/></Relationships>
</file>

<file path=ppt/slides/_rels/slide5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5.xml"/><Relationship Id="rId10" Type="http://schemas.openxmlformats.org/officeDocument/2006/relationships/slide" Target="/ppt/slides/slide2.xml"/><Relationship Id="rId13" Type="http://schemas.openxmlformats.org/officeDocument/2006/relationships/slide" Target="/ppt/slides/slide6.xml"/><Relationship Id="rId12" Type="http://schemas.openxmlformats.org/officeDocument/2006/relationships/image" Target="../media/image6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slide" Target="/ppt/slides/slide11.xml"/><Relationship Id="rId4" Type="http://schemas.openxmlformats.org/officeDocument/2006/relationships/image" Target="../media/image4.png"/><Relationship Id="rId9" Type="http://schemas.openxmlformats.org/officeDocument/2006/relationships/slide" Target="/ppt/slides/slide4.xml"/><Relationship Id="rId15" Type="http://schemas.openxmlformats.org/officeDocument/2006/relationships/image" Target="../media/image8.png"/><Relationship Id="rId14" Type="http://schemas.openxmlformats.org/officeDocument/2006/relationships/slide" Target="/ppt/slides/slide12.xml"/><Relationship Id="rId5" Type="http://schemas.openxmlformats.org/officeDocument/2006/relationships/slide" Target="/ppt/slides/slide9.xml"/><Relationship Id="rId6" Type="http://schemas.openxmlformats.org/officeDocument/2006/relationships/image" Target="../media/image5.png"/><Relationship Id="rId7" Type="http://schemas.openxmlformats.org/officeDocument/2006/relationships/slide" Target="/ppt/slides/slide1.xml"/><Relationship Id="rId8" Type="http://schemas.openxmlformats.org/officeDocument/2006/relationships/slide" Target="/ppt/slides/slide22.xml"/></Relationships>
</file>

<file path=ppt/slides/_rels/slide6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4.xml"/><Relationship Id="rId10" Type="http://schemas.openxmlformats.org/officeDocument/2006/relationships/slide" Target="/ppt/slides/slide2.xml"/><Relationship Id="rId13" Type="http://schemas.openxmlformats.org/officeDocument/2006/relationships/image" Target="../media/image6.png"/><Relationship Id="rId12" Type="http://schemas.openxmlformats.org/officeDocument/2006/relationships/slide" Target="/ppt/slides/slide6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slide" Target="/ppt/slides/slide11.xml"/><Relationship Id="rId4" Type="http://schemas.openxmlformats.org/officeDocument/2006/relationships/image" Target="../media/image4.png"/><Relationship Id="rId9" Type="http://schemas.openxmlformats.org/officeDocument/2006/relationships/slide" Target="/ppt/slides/slide13.xml"/><Relationship Id="rId15" Type="http://schemas.openxmlformats.org/officeDocument/2006/relationships/slide" Target="/ppt/slides/slide12.xml"/><Relationship Id="rId14" Type="http://schemas.openxmlformats.org/officeDocument/2006/relationships/slide" Target="/ppt/slides/slide4.xml"/><Relationship Id="rId16" Type="http://schemas.openxmlformats.org/officeDocument/2006/relationships/image" Target="../media/image8.png"/><Relationship Id="rId5" Type="http://schemas.openxmlformats.org/officeDocument/2006/relationships/slide" Target="/ppt/slides/slide9.xml"/><Relationship Id="rId6" Type="http://schemas.openxmlformats.org/officeDocument/2006/relationships/image" Target="../media/image5.png"/><Relationship Id="rId7" Type="http://schemas.openxmlformats.org/officeDocument/2006/relationships/slide" Target="/ppt/slides/slide1.xml"/><Relationship Id="rId8" Type="http://schemas.openxmlformats.org/officeDocument/2006/relationships/slide" Target="/ppt/slides/slide7.xml"/></Relationships>
</file>

<file path=ppt/slides/_rels/slide7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2.xml"/><Relationship Id="rId10" Type="http://schemas.openxmlformats.org/officeDocument/2006/relationships/slide" Target="/ppt/slides/slide13.xml"/><Relationship Id="rId13" Type="http://schemas.openxmlformats.org/officeDocument/2006/relationships/slide" Target="/ppt/slides/slide7.xml"/><Relationship Id="rId12" Type="http://schemas.openxmlformats.org/officeDocument/2006/relationships/slide" Target="/ppt/slides/slide4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slide" Target="/ppt/slides/slide11.xml"/><Relationship Id="rId4" Type="http://schemas.openxmlformats.org/officeDocument/2006/relationships/image" Target="../media/image4.png"/><Relationship Id="rId9" Type="http://schemas.openxmlformats.org/officeDocument/2006/relationships/slide" Target="/ppt/slides/slide3.xml"/><Relationship Id="rId15" Type="http://schemas.openxmlformats.org/officeDocument/2006/relationships/slide" Target="/ppt/slides/slide4.xml"/><Relationship Id="rId14" Type="http://schemas.openxmlformats.org/officeDocument/2006/relationships/image" Target="../media/image6.png"/><Relationship Id="rId17" Type="http://schemas.openxmlformats.org/officeDocument/2006/relationships/image" Target="../media/image8.png"/><Relationship Id="rId16" Type="http://schemas.openxmlformats.org/officeDocument/2006/relationships/slide" Target="/ppt/slides/slide12.xml"/><Relationship Id="rId5" Type="http://schemas.openxmlformats.org/officeDocument/2006/relationships/slide" Target="/ppt/slides/slide9.xml"/><Relationship Id="rId6" Type="http://schemas.openxmlformats.org/officeDocument/2006/relationships/image" Target="../media/image5.png"/><Relationship Id="rId7" Type="http://schemas.openxmlformats.org/officeDocument/2006/relationships/slide" Target="/ppt/slides/slide1.xml"/><Relationship Id="rId8" Type="http://schemas.openxmlformats.org/officeDocument/2006/relationships/slide" Target="/ppt/slides/slide6.xml"/></Relationships>
</file>

<file path=ppt/slides/_rels/slide8.xml.rels><?xml version="1.0" encoding="UTF-8" standalone="yes"?><Relationships xmlns="http://schemas.openxmlformats.org/package/2006/relationships"><Relationship Id="rId10" Type="http://schemas.openxmlformats.org/officeDocument/2006/relationships/image" Target="../media/image8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slide" Target="/ppt/slides/slide1.xml"/><Relationship Id="rId4" Type="http://schemas.openxmlformats.org/officeDocument/2006/relationships/image" Target="../media/image5.png"/><Relationship Id="rId9" Type="http://schemas.openxmlformats.org/officeDocument/2006/relationships/slide" Target="/ppt/slides/slide12.xml"/><Relationship Id="rId5" Type="http://schemas.openxmlformats.org/officeDocument/2006/relationships/image" Target="../media/image1.png"/><Relationship Id="rId6" Type="http://schemas.openxmlformats.org/officeDocument/2006/relationships/image" Target="../media/image4.png"/><Relationship Id="rId7" Type="http://schemas.openxmlformats.org/officeDocument/2006/relationships/slide" Target="/ppt/slides/slide8.xml"/><Relationship Id="rId8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1" Type="http://schemas.openxmlformats.org/officeDocument/2006/relationships/image" Target="../media/image8.png"/><Relationship Id="rId10" Type="http://schemas.openxmlformats.org/officeDocument/2006/relationships/slide" Target="/ppt/slides/slide12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slide" Target="/ppt/slides/slide1.xml"/><Relationship Id="rId4" Type="http://schemas.openxmlformats.org/officeDocument/2006/relationships/image" Target="../media/image5.png"/><Relationship Id="rId9" Type="http://schemas.openxmlformats.org/officeDocument/2006/relationships/image" Target="../media/image6.png"/><Relationship Id="rId5" Type="http://schemas.openxmlformats.org/officeDocument/2006/relationships/image" Target="../media/image1.png"/><Relationship Id="rId6" Type="http://schemas.openxmlformats.org/officeDocument/2006/relationships/slide" Target="/ppt/slides/slide10.xml"/><Relationship Id="rId7" Type="http://schemas.openxmlformats.org/officeDocument/2006/relationships/image" Target="../media/image4.png"/><Relationship Id="rId8" Type="http://schemas.openxmlformats.org/officeDocument/2006/relationships/slide" Target="/ppt/slides/slide9.xml"/></Relationships>
</file>

<file path=ppt/slides/_rels/slide10.xml.rels><?xml version="1.0" encoding="UTF-8" standalone="yes"?><Relationships xmlns="http://schemas.openxmlformats.org/package/2006/relationships"><Relationship Id="rId11" Type="http://schemas.openxmlformats.org/officeDocument/2006/relationships/image" Target="../media/image8.png"/><Relationship Id="rId10" Type="http://schemas.openxmlformats.org/officeDocument/2006/relationships/slide" Target="/ppt/slides/slide12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slide" Target="/ppt/slides/slide1.xml"/><Relationship Id="rId4" Type="http://schemas.openxmlformats.org/officeDocument/2006/relationships/image" Target="../media/image5.png"/><Relationship Id="rId9" Type="http://schemas.openxmlformats.org/officeDocument/2006/relationships/image" Target="../media/image6.png"/><Relationship Id="rId5" Type="http://schemas.openxmlformats.org/officeDocument/2006/relationships/image" Target="../media/image1.png"/><Relationship Id="rId6" Type="http://schemas.openxmlformats.org/officeDocument/2006/relationships/slide" Target="/ppt/slides/slide9.xml"/><Relationship Id="rId7" Type="http://schemas.openxmlformats.org/officeDocument/2006/relationships/image" Target="../media/image4.png"/><Relationship Id="rId8" Type="http://schemas.openxmlformats.org/officeDocument/2006/relationships/slide" Target="/ppt/slides/slide10.xml"/></Relationships>
</file>

<file path=ppt/slides/_rels/slide11.xml.rels><?xml version="1.0" encoding="UTF-8" standalone="yes"?><Relationships xmlns="http://schemas.openxmlformats.org/package/2006/relationships"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3" Type="http://schemas.openxmlformats.org/officeDocument/2006/relationships/image" Target="../media/image6.png"/><Relationship Id="rId12" Type="http://schemas.openxmlformats.org/officeDocument/2006/relationships/slide" Target="/ppt/slides/slide1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1.png"/><Relationship Id="rId9" Type="http://schemas.openxmlformats.org/officeDocument/2006/relationships/hyperlink" Target="https://docs.google.com/presentation/d/e/2PACX-1vR6Qxb3Rts71-iPgfpWOz7AoAY_sdAd8BmgQR9PllxtEBaCF6HMiNtCKJd1PRPGAAYpTHyXLeVxsTqO/pub?start=false&amp;loop=false&amp;delayms=3000" TargetMode="External"/><Relationship Id="rId15" Type="http://schemas.openxmlformats.org/officeDocument/2006/relationships/image" Target="../media/image8.png"/><Relationship Id="rId14" Type="http://schemas.openxmlformats.org/officeDocument/2006/relationships/slide" Target="/ppt/slides/slide12.xml"/><Relationship Id="rId5" Type="http://schemas.openxmlformats.org/officeDocument/2006/relationships/slide" Target="/ppt/slides/slide1.xml"/><Relationship Id="rId6" Type="http://schemas.openxmlformats.org/officeDocument/2006/relationships/image" Target="../media/image14.png"/><Relationship Id="rId7" Type="http://schemas.openxmlformats.org/officeDocument/2006/relationships/hyperlink" Target="https://sites.google.com/view/poagygs/poagy-gs-2/" TargetMode="External"/><Relationship Id="rId8" Type="http://schemas.openxmlformats.org/officeDocument/2006/relationships/hyperlink" Target="https://sites.google.com/view/poagygs/poagy-gs-2/" TargetMode="External"/></Relationships>
</file>

<file path=ppt/slides/_rels/slide12.xml.rels><?xml version="1.0" encoding="UTF-8" standalone="yes"?><Relationships xmlns="http://schemas.openxmlformats.org/package/2006/relationships"><Relationship Id="rId10" Type="http://schemas.openxmlformats.org/officeDocument/2006/relationships/image" Target="../media/image6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1.png"/><Relationship Id="rId9" Type="http://schemas.openxmlformats.org/officeDocument/2006/relationships/slide" Target="/ppt/slides/slide1.xml"/><Relationship Id="rId5" Type="http://schemas.openxmlformats.org/officeDocument/2006/relationships/slide" Target="/ppt/slides/slide1.xml"/><Relationship Id="rId6" Type="http://schemas.openxmlformats.org/officeDocument/2006/relationships/image" Target="../media/image14.png"/><Relationship Id="rId7" Type="http://schemas.openxmlformats.org/officeDocument/2006/relationships/slide" Target="/ppt/slides/slide1.xml"/><Relationship Id="rId8" Type="http://schemas.openxmlformats.org/officeDocument/2006/relationships/image" Target="../media/image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jpg"/><Relationship Id="rId4" Type="http://schemas.openxmlformats.org/officeDocument/2006/relationships/slide" Target="/ppt/slides/slide14.xml"/><Relationship Id="rId5" Type="http://schemas.openxmlformats.org/officeDocument/2006/relationships/image" Target="../media/image7.png"/><Relationship Id="rId6" Type="http://schemas.openxmlformats.org/officeDocument/2006/relationships/slide" Target="/ppt/slides/slide2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Relationship Id="rId4" Type="http://schemas.openxmlformats.org/officeDocument/2006/relationships/slide" Target="/ppt/slides/slide15.xml"/><Relationship Id="rId5" Type="http://schemas.openxmlformats.org/officeDocument/2006/relationships/slide" Target="/ppt/slides/slide19.xml"/><Relationship Id="rId6" Type="http://schemas.openxmlformats.org/officeDocument/2006/relationships/image" Target="../media/image7.png"/><Relationship Id="rId7" Type="http://schemas.openxmlformats.org/officeDocument/2006/relationships/slide" Target="/ppt/slides/slide2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.jpg"/><Relationship Id="rId4" Type="http://schemas.openxmlformats.org/officeDocument/2006/relationships/slide" Target="/ppt/slides/slide18.xml"/><Relationship Id="rId5" Type="http://schemas.openxmlformats.org/officeDocument/2006/relationships/slide" Target="/ppt/slides/slide16.xml"/><Relationship Id="rId6" Type="http://schemas.openxmlformats.org/officeDocument/2006/relationships/image" Target="../media/image7.png"/><Relationship Id="rId7" Type="http://schemas.openxmlformats.org/officeDocument/2006/relationships/slide" Target="/ppt/slides/slide2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jpg"/><Relationship Id="rId4" Type="http://schemas.openxmlformats.org/officeDocument/2006/relationships/slide" Target="/ppt/slides/slide17.xml"/><Relationship Id="rId5" Type="http://schemas.openxmlformats.org/officeDocument/2006/relationships/image" Target="../media/image7.png"/><Relationship Id="rId6" Type="http://schemas.openxmlformats.org/officeDocument/2006/relationships/slide" Target="/ppt/slides/slide2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jpg"/><Relationship Id="rId4" Type="http://schemas.openxmlformats.org/officeDocument/2006/relationships/slide" Target="/ppt/slides/slide2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jpg"/><Relationship Id="rId4" Type="http://schemas.openxmlformats.org/officeDocument/2006/relationships/slide" Target="/ppt/slides/slide2.xml"/><Relationship Id="rId5" Type="http://schemas.openxmlformats.org/officeDocument/2006/relationships/slide" Target="/ppt/slides/slide2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jpg"/><Relationship Id="rId4" Type="http://schemas.openxmlformats.org/officeDocument/2006/relationships/slide" Target="/ppt/slides/slide20.xml"/><Relationship Id="rId5" Type="http://schemas.openxmlformats.org/officeDocument/2006/relationships/image" Target="../media/image7.png"/><Relationship Id="rId6" Type="http://schemas.openxmlformats.org/officeDocument/2006/relationships/slide" Target="/ppt/slides/slide2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jpg"/><Relationship Id="rId4" Type="http://schemas.openxmlformats.org/officeDocument/2006/relationships/slide" Target="/ppt/slides/slide21.xml"/><Relationship Id="rId5" Type="http://schemas.openxmlformats.org/officeDocument/2006/relationships/image" Target="../media/image7.png"/><Relationship Id="rId6" Type="http://schemas.openxmlformats.org/officeDocument/2006/relationships/slide" Target="/ppt/slides/slide2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jpg"/><Relationship Id="rId4" Type="http://schemas.openxmlformats.org/officeDocument/2006/relationships/slide" Target="/ppt/slides/slide2.xml"/><Relationship Id="rId5" Type="http://schemas.openxmlformats.org/officeDocument/2006/relationships/image" Target="../media/image7.png"/><Relationship Id="rId6" Type="http://schemas.openxmlformats.org/officeDocument/2006/relationships/slide" Target="/ppt/slides/slide2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slide" Target="/ppt/slides/slide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slide" Target="/ppt/slides/slide24.xml"/><Relationship Id="rId4" Type="http://schemas.openxmlformats.org/officeDocument/2006/relationships/slide" Target="/ppt/slides/slide23.xml"/><Relationship Id="rId5" Type="http://schemas.openxmlformats.org/officeDocument/2006/relationships/slide" Target="/ppt/slides/slide2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jpg"/><Relationship Id="rId4" Type="http://schemas.openxmlformats.org/officeDocument/2006/relationships/slide" Target="/ppt/slides/slide25.xml"/><Relationship Id="rId5" Type="http://schemas.openxmlformats.org/officeDocument/2006/relationships/slide" Target="/ppt/slides/slide26.xml"/><Relationship Id="rId6" Type="http://schemas.openxmlformats.org/officeDocument/2006/relationships/slide" Target="/ppt/slides/slide27.xml"/><Relationship Id="rId7" Type="http://schemas.openxmlformats.org/officeDocument/2006/relationships/slide" Target="/ppt/slides/slide28.xml"/><Relationship Id="rId8" Type="http://schemas.openxmlformats.org/officeDocument/2006/relationships/slide" Target="/ppt/slides/slide2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2.jpg"/><Relationship Id="rId4" Type="http://schemas.openxmlformats.org/officeDocument/2006/relationships/slide" Target="/ppt/slides/slide22.xml"/><Relationship Id="rId5" Type="http://schemas.openxmlformats.org/officeDocument/2006/relationships/slide" Target="/ppt/slides/slide2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2.jpg"/><Relationship Id="rId4" Type="http://schemas.openxmlformats.org/officeDocument/2006/relationships/slide" Target="/ppt/slides/slide22.xml"/><Relationship Id="rId5" Type="http://schemas.openxmlformats.org/officeDocument/2006/relationships/slide" Target="/ppt/slides/slide2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jpg"/><Relationship Id="rId4" Type="http://schemas.openxmlformats.org/officeDocument/2006/relationships/slide" Target="/ppt/slides/slide22.xml"/><Relationship Id="rId5" Type="http://schemas.openxmlformats.org/officeDocument/2006/relationships/slide" Target="/ppt/slides/slide2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jpg"/><Relationship Id="rId4" Type="http://schemas.openxmlformats.org/officeDocument/2006/relationships/slide" Target="/ppt/slides/slide22.xml"/><Relationship Id="rId5" Type="http://schemas.openxmlformats.org/officeDocument/2006/relationships/slide" Target="/ppt/slides/slide2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7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5"/>
          <p:cNvSpPr/>
          <p:nvPr/>
        </p:nvSpPr>
        <p:spPr>
          <a:xfrm>
            <a:off x="0" y="2175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[POAGY_CLOCK]" id="100" name="Google Shape;100;p25"/>
          <p:cNvSpPr txBox="1"/>
          <p:nvPr/>
        </p:nvSpPr>
        <p:spPr>
          <a:xfrm>
            <a:off x="350400" y="2175"/>
            <a:ext cx="2194200" cy="35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05:10 PM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01" name="Google Shape;101;p25"/>
          <p:cNvSpPr/>
          <p:nvPr/>
        </p:nvSpPr>
        <p:spPr>
          <a:xfrm>
            <a:off x="0" y="2163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0000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You are on rolling release. Some things will not work as expected.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" name="Google Shape;102;p25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25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5" title="littlepoagy-excited-removebg-preview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25">
            <a:hlinkClick action="ppaction://hlinksldjump" r:id="rId8"/>
          </p:cNvPr>
          <p:cNvSpPr/>
          <p:nvPr/>
        </p:nvSpPr>
        <p:spPr>
          <a:xfrm>
            <a:off x="4331225" y="2255100"/>
            <a:ext cx="2596200" cy="633300"/>
          </a:xfrm>
          <a:prstGeom prst="roundRect">
            <a:avLst>
              <a:gd fmla="val 12673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pic>
        <p:nvPicPr>
          <p:cNvPr id="106" name="Google Shape;106;p25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5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8" name="Google Shape;108;p25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000"/>
                            </p:stCondLst>
                            <p:childTnLst>
                              <p:par>
                                <p:cTn fill="hold" nodeType="after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4000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400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6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Comic Relief"/>
                <a:ea typeface="Comic Relief"/>
                <a:cs typeface="Comic Relief"/>
                <a:sym typeface="Comic Relief"/>
              </a:rPr>
              <a:t>      Game selection</a:t>
            </a:r>
            <a:endParaRPr i="0" sz="1400" u="none" cap="none" strike="noStrike">
              <a:solidFill>
                <a:srgbClr val="000000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114" name="Google Shape;114;p26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26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26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26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26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Happy Poagy conversation</a:t>
            </a: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 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19" name="Google Shape;119;p26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0" name="Google Shape;120;p26"/>
          <p:cNvSpPr txBox="1"/>
          <p:nvPr/>
        </p:nvSpPr>
        <p:spPr>
          <a:xfrm>
            <a:off x="966550" y="4772775"/>
            <a:ext cx="23814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Inter ExtraLight"/>
                <a:ea typeface="Inter ExtraLight"/>
                <a:cs typeface="Inter ExtraLight"/>
                <a:sym typeface="Inter ExtraLight"/>
              </a:rPr>
              <a:t>Processing, please wait.</a:t>
            </a:r>
            <a:endParaRPr>
              <a:solidFill>
                <a:schemeClr val="lt1"/>
              </a:solidFill>
              <a:latin typeface="Inter ExtraLight"/>
              <a:ea typeface="Inter ExtraLight"/>
              <a:cs typeface="Inter ExtraLight"/>
              <a:sym typeface="Inter ExtraLight"/>
            </a:endParaRPr>
          </a:p>
        </p:txBody>
      </p:sp>
      <p:sp>
        <p:nvSpPr>
          <p:cNvPr id="121" name="Google Shape;121;p26">
            <a:hlinkClick action="ppaction://hlinksldjump" r:id="rId7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22" name="Google Shape;122;p26"/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23" name="Google Shape;123;p26">
            <a:hlinkClick action="ppaction://hlinksldjump" r:id="rId8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24" name="Google Shape;124;p26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B7B7B7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B7B7B7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5" name="Google Shape;125;p26">
            <a:hlinkClick action="ppaction://hlinksldjump" r:id="rId9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126" name="Google Shape;126;p26"/>
          <p:cNvSpPr/>
          <p:nvPr/>
        </p:nvSpPr>
        <p:spPr>
          <a:xfrm>
            <a:off x="5452200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27" name="Google Shape;127;p26">
            <a:hlinkClick action="ppaction://hlinksldjump" r:id="rId10"/>
          </p:cNvPr>
          <p:cNvSpPr/>
          <p:nvPr/>
        </p:nvSpPr>
        <p:spPr>
          <a:xfrm>
            <a:off x="7157825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pic>
        <p:nvPicPr>
          <p:cNvPr id="128" name="Google Shape;128;p26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26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/>
              <a:t>Classic</a:t>
            </a:r>
            <a:endParaRPr sz="500"/>
          </a:p>
        </p:txBody>
      </p:sp>
      <p:sp>
        <p:nvSpPr>
          <p:cNvPr id="130" name="Google Shape;130;p26">
            <a:hlinkClick action="ppaction://hlinksldjump" r:id="rId13"/>
          </p:cNvPr>
          <p:cNvSpPr/>
          <p:nvPr/>
        </p:nvSpPr>
        <p:spPr>
          <a:xfrm>
            <a:off x="7157825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</a:t>
            </a:r>
            <a:r>
              <a:rPr lang="en" sz="1200"/>
              <a:t>oagy pantry defense</a:t>
            </a:r>
            <a:endParaRPr sz="1200"/>
          </a:p>
        </p:txBody>
      </p:sp>
      <p:pic>
        <p:nvPicPr>
          <p:cNvPr id="131" name="Google Shape;131;p26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"/>
                            </p:stCondLst>
                            <p:childTnLst>
                              <p:par>
                                <p:cTn fill="hold" nodeType="after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3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7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Comic Relief"/>
                <a:ea typeface="Comic Relief"/>
                <a:cs typeface="Comic Relief"/>
                <a:sym typeface="Comic Relief"/>
              </a:rPr>
              <a:t>      Game selection</a:t>
            </a:r>
            <a:endParaRPr i="0" sz="1400" u="none" cap="none" strike="noStrike">
              <a:solidFill>
                <a:srgbClr val="000000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137" name="Google Shape;137;p27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27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27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27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27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Happy Poagy conversation 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42" name="Google Shape;142;p27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3" name="Google Shape;143;p27"/>
          <p:cNvSpPr/>
          <p:nvPr/>
        </p:nvSpPr>
        <p:spPr>
          <a:xfrm>
            <a:off x="5452200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698631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44" name="Google Shape;144;p27">
            <a:hlinkClick action="ppaction://hlinksldjump" r:id="rId7"/>
          </p:cNvPr>
          <p:cNvSpPr/>
          <p:nvPr/>
        </p:nvSpPr>
        <p:spPr>
          <a:xfrm>
            <a:off x="7157825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sp>
        <p:nvSpPr>
          <p:cNvPr id="145" name="Google Shape;145;p27">
            <a:hlinkClick action="ppaction://hlinksldjump" r:id="rId8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46" name="Google Shape;146;p27">
            <a:hlinkClick action="ppaction://hlinksldjump" r:id="rId9"/>
          </p:cNvPr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47" name="Google Shape;147;p27"/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48" name="Google Shape;148;p27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00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9" name="Google Shape;149;p27">
            <a:hlinkClick action="ppaction://hlinksldjump" r:id="rId10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pic>
        <p:nvPicPr>
          <p:cNvPr id="150" name="Google Shape;150;p27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27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/>
              <a:t>Classic</a:t>
            </a:r>
            <a:endParaRPr sz="500"/>
          </a:p>
        </p:txBody>
      </p:sp>
      <p:sp>
        <p:nvSpPr>
          <p:cNvPr id="152" name="Google Shape;152;p27"/>
          <p:cNvSpPr/>
          <p:nvPr/>
        </p:nvSpPr>
        <p:spPr>
          <a:xfrm>
            <a:off x="151925" y="2163450"/>
            <a:ext cx="3084900" cy="485100"/>
          </a:xfrm>
          <a:prstGeom prst="rect">
            <a:avLst/>
          </a:prstGeom>
          <a:gradFill>
            <a:gsLst>
              <a:gs pos="0">
                <a:srgbClr val="FDECDB"/>
              </a:gs>
              <a:gs pos="100000">
                <a:srgbClr val="F0AA6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Crash a Poagy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Added 10/13/2026</a:t>
            </a:r>
            <a:endParaRPr sz="800"/>
          </a:p>
        </p:txBody>
      </p:sp>
      <p:sp>
        <p:nvSpPr>
          <p:cNvPr id="153" name="Google Shape;153;p27">
            <a:hlinkClick action="ppaction://hlinksldjump" r:id="rId13"/>
          </p:cNvPr>
          <p:cNvSpPr/>
          <p:nvPr/>
        </p:nvSpPr>
        <p:spPr>
          <a:xfrm>
            <a:off x="7157825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  <p:pic>
        <p:nvPicPr>
          <p:cNvPr id="154" name="Google Shape;154;p27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9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8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Comic Relief"/>
                <a:ea typeface="Comic Relief"/>
                <a:cs typeface="Comic Relief"/>
                <a:sym typeface="Comic Relief"/>
              </a:rPr>
              <a:t>      Game selection</a:t>
            </a:r>
            <a:endParaRPr i="0" sz="1400" u="none" cap="none" strike="noStrike">
              <a:solidFill>
                <a:srgbClr val="000000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160" name="Google Shape;160;p28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28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28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8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28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u</a:t>
            </a: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ltra realistic poagy getting lost simulator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65" name="Google Shape;165;p28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v1.5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Jan 11th,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7th,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6" name="Google Shape;166;p28">
            <a:hlinkClick action="ppaction://hlinksldjump" r:id="rId7"/>
          </p:cNvPr>
          <p:cNvSpPr/>
          <p:nvPr/>
        </p:nvSpPr>
        <p:spPr>
          <a:xfrm>
            <a:off x="7213875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67" name="Google Shape;167;p28"/>
          <p:cNvSpPr/>
          <p:nvPr/>
        </p:nvSpPr>
        <p:spPr>
          <a:xfrm>
            <a:off x="5452200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sp>
        <p:nvSpPr>
          <p:cNvPr id="168" name="Google Shape;168;p28">
            <a:hlinkClick action="ppaction://hlinksldjump" r:id="rId8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69" name="Google Shape;169;p28">
            <a:hlinkClick action="ppaction://hlinksldjump" r:id="rId9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170" name="Google Shape;170;p28"/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71" name="Google Shape;171;p28">
            <a:hlinkClick action="ppaction://hlinksldjump" r:id="rId10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72" name="Google Shape;172;p28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999999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73" name="Google Shape;173;p28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CB84DC"/>
              </a:gs>
              <a:gs pos="100000">
                <a:srgbClr val="EE616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"/>
              <a:t>PiggycraftGS</a:t>
            </a:r>
            <a:endParaRPr sz="400"/>
          </a:p>
        </p:txBody>
      </p:sp>
      <p:sp>
        <p:nvSpPr>
          <p:cNvPr id="175" name="Google Shape;175;p28">
            <a:hlinkClick action="ppaction://hlinksldjump" r:id="rId13"/>
          </p:cNvPr>
          <p:cNvSpPr/>
          <p:nvPr/>
        </p:nvSpPr>
        <p:spPr>
          <a:xfrm>
            <a:off x="7157825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  <p:pic>
        <p:nvPicPr>
          <p:cNvPr id="176" name="Google Shape;176;p28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9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Comic Relief"/>
                <a:ea typeface="Comic Relief"/>
                <a:cs typeface="Comic Relief"/>
                <a:sym typeface="Comic Relief"/>
              </a:rPr>
              <a:t>      Game selection</a:t>
            </a:r>
            <a:endParaRPr i="0" sz="1400" u="none" cap="none" strike="noStrike">
              <a:solidFill>
                <a:srgbClr val="000000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182" name="Google Shape;182;p29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29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9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9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29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ultra realistic poagy getting lost simulator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87" name="Google Shape;187;p29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v1.5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Jan 11th,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7th,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8" name="Google Shape;188;p29">
            <a:hlinkClick action="ppaction://hlinksldjump" r:id="rId7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89" name="Google Shape;189;p29">
            <a:hlinkClick action="ppaction://hlinksldjump" r:id="rId8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190" name="Google Shape;190;p29">
            <a:hlinkClick action="ppaction://hlinksldjump" r:id="rId9"/>
          </p:cNvPr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91" name="Google Shape;191;p29"/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92" name="Google Shape;192;p29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00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3" name="Google Shape;193;p29">
            <a:hlinkClick action="ppaction://hlinksldjump" r:id="rId10"/>
          </p:cNvPr>
          <p:cNvSpPr/>
          <p:nvPr/>
        </p:nvSpPr>
        <p:spPr>
          <a:xfrm>
            <a:off x="7213875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94" name="Google Shape;194;p29"/>
          <p:cNvSpPr/>
          <p:nvPr/>
        </p:nvSpPr>
        <p:spPr>
          <a:xfrm>
            <a:off x="5452200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pic>
        <p:nvPicPr>
          <p:cNvPr id="195" name="Google Shape;195;p29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9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CB84DC"/>
              </a:gs>
              <a:gs pos="100000">
                <a:srgbClr val="EE616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"/>
              <a:t>PiggycraftGS</a:t>
            </a:r>
            <a:endParaRPr sz="400"/>
          </a:p>
        </p:txBody>
      </p:sp>
      <p:sp>
        <p:nvSpPr>
          <p:cNvPr id="197" name="Google Shape;197;p29"/>
          <p:cNvSpPr/>
          <p:nvPr/>
        </p:nvSpPr>
        <p:spPr>
          <a:xfrm>
            <a:off x="151925" y="2163450"/>
            <a:ext cx="3084900" cy="485100"/>
          </a:xfrm>
          <a:prstGeom prst="rect">
            <a:avLst/>
          </a:prstGeom>
          <a:gradFill>
            <a:gsLst>
              <a:gs pos="0">
                <a:srgbClr val="FDECDB"/>
              </a:gs>
              <a:gs pos="100000">
                <a:srgbClr val="F0AA6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y</a:t>
            </a:r>
            <a:r>
              <a:rPr lang="en" sz="1200"/>
              <a:t>our did it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Added 10/13/2026</a:t>
            </a:r>
            <a:endParaRPr sz="800"/>
          </a:p>
        </p:txBody>
      </p:sp>
      <p:sp>
        <p:nvSpPr>
          <p:cNvPr id="198" name="Google Shape;198;p29">
            <a:hlinkClick action="ppaction://hlinksldjump" r:id="rId13"/>
          </p:cNvPr>
          <p:cNvSpPr/>
          <p:nvPr/>
        </p:nvSpPr>
        <p:spPr>
          <a:xfrm>
            <a:off x="7157825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  <p:pic>
        <p:nvPicPr>
          <p:cNvPr id="199" name="Google Shape;199;p29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0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Game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5" name="Google Shape;205;p30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30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30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0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30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Poagy pantry defense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10" name="Google Shape;210;p30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1" name="Google Shape;211;p30">
            <a:hlinkClick action="ppaction://hlinksldjump" r:id="rId7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212" name="Google Shape;212;p30"/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213" name="Google Shape;213;p30">
            <a:hlinkClick action="ppaction://hlinksldjump" r:id="rId8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214" name="Google Shape;214;p30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B7B7B7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B7B7B7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5" name="Google Shape;215;p30">
            <a:hlinkClick action="ppaction://hlinksldjump" r:id="rId9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216" name="Google Shape;216;p30">
            <a:hlinkClick action="ppaction://hlinksldjump" r:id="rId10"/>
          </p:cNvPr>
          <p:cNvSpPr/>
          <p:nvPr/>
        </p:nvSpPr>
        <p:spPr>
          <a:xfrm>
            <a:off x="7157825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217" name="Google Shape;217;p30">
            <a:hlinkClick action="ppaction://hlinksldjump" r:id="rId11"/>
          </p:cNvPr>
          <p:cNvSpPr/>
          <p:nvPr/>
        </p:nvSpPr>
        <p:spPr>
          <a:xfrm>
            <a:off x="7157825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pic>
        <p:nvPicPr>
          <p:cNvPr id="218" name="Google Shape;218;p30">
            <a:hlinkClick action="ppaction://hlinksldjump" r:id="rId12"/>
          </p:cNvPr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0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DDDDD"/>
              </a:gs>
              <a:gs pos="100000">
                <a:srgbClr val="91919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"/>
              <a:t>poagy.gs+</a:t>
            </a:r>
            <a:endParaRPr sz="400"/>
          </a:p>
        </p:txBody>
      </p:sp>
      <p:sp>
        <p:nvSpPr>
          <p:cNvPr id="220" name="Google Shape;220;p30">
            <a:hlinkClick action="ppaction://hlinksldjump" r:id="rId14"/>
          </p:cNvPr>
          <p:cNvSpPr/>
          <p:nvPr/>
        </p:nvSpPr>
        <p:spPr>
          <a:xfrm>
            <a:off x="5452200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</a:t>
            </a:r>
            <a:r>
              <a:rPr lang="en" sz="1200"/>
              <a:t>oagy pantry defense</a:t>
            </a:r>
            <a:endParaRPr sz="1200"/>
          </a:p>
        </p:txBody>
      </p:sp>
      <p:pic>
        <p:nvPicPr>
          <p:cNvPr id="221" name="Google Shape;221;p30">
            <a:hlinkClick action="ppaction://hlinksldjump" r:id="rId15"/>
          </p:cNvPr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1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Game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7" name="Google Shape;227;p31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31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31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31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31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Poagy pantry defense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32" name="Google Shape;232;p31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3" name="Google Shape;233;p31">
            <a:hlinkClick action="ppaction://hlinksldjump" r:id="rId7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234" name="Google Shape;234;p31">
            <a:hlinkClick action="ppaction://hlinksldjump" r:id="rId8"/>
          </p:cNvPr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235" name="Google Shape;235;p31">
            <a:hlinkClick action="ppaction://hlinksldjump" r:id="rId9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236" name="Google Shape;236;p31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B7B7B7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B7B7B7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7" name="Google Shape;237;p31">
            <a:hlinkClick action="ppaction://hlinksldjump" r:id="rId10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238" name="Google Shape;238;p31">
            <a:hlinkClick action="ppaction://hlinksldjump" r:id="rId11"/>
          </p:cNvPr>
          <p:cNvSpPr/>
          <p:nvPr/>
        </p:nvSpPr>
        <p:spPr>
          <a:xfrm>
            <a:off x="7157825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239" name="Google Shape;239;p31">
            <a:hlinkClick action="ppaction://hlinksldjump" r:id="rId12"/>
          </p:cNvPr>
          <p:cNvSpPr/>
          <p:nvPr/>
        </p:nvSpPr>
        <p:spPr>
          <a:xfrm>
            <a:off x="7157825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pic>
        <p:nvPicPr>
          <p:cNvPr id="240" name="Google Shape;240;p31">
            <a:hlinkClick action="ppaction://hlinksldjump" r:id="rId13"/>
          </p:cNvPr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31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/>
              <a:t>Classic</a:t>
            </a:r>
            <a:endParaRPr sz="500"/>
          </a:p>
        </p:txBody>
      </p:sp>
      <p:sp>
        <p:nvSpPr>
          <p:cNvPr id="242" name="Google Shape;242;p31">
            <a:hlinkClick action="ppaction://hlinksldjump" r:id="rId15"/>
          </p:cNvPr>
          <p:cNvSpPr/>
          <p:nvPr/>
        </p:nvSpPr>
        <p:spPr>
          <a:xfrm>
            <a:off x="5452200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  <p:pic>
        <p:nvPicPr>
          <p:cNvPr id="243" name="Google Shape;243;p31">
            <a:hlinkClick action="ppaction://hlinksldjump" r:id="rId16"/>
          </p:cNvPr>
          <p:cNvPicPr preferRelativeResize="0"/>
          <p:nvPr/>
        </p:nvPicPr>
        <p:blipFill>
          <a:blip r:embed="rId17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>
                <a:solidFill>
                  <a:schemeClr val="dk1"/>
                </a:solidFill>
              </a:rPr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9" name="Google Shape;249;p32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p32" title="littlepoagy-excited-removebg-previe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1" name="Google Shape;251;p32" title="littlepoagy-nobg.png"/>
          <p:cNvPicPr preferRelativeResize="0"/>
          <p:nvPr/>
        </p:nvPicPr>
        <p:blipFill rotWithShape="1">
          <a:blip r:embed="rId6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32">
            <a:hlinkClick action="ppaction://hlinksldjump"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32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3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>
                <a:solidFill>
                  <a:schemeClr val="dk1"/>
                </a:solidFill>
              </a:rPr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9" name="Google Shape;259;p33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Google Shape;260;p33" title="littlepoagy-excited-removebg-previe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33"/>
          <p:cNvSpPr/>
          <p:nvPr/>
        </p:nvSpPr>
        <p:spPr>
          <a:xfrm>
            <a:off x="2245500" y="-27000"/>
            <a:ext cx="4626000" cy="5197500"/>
          </a:xfrm>
          <a:prstGeom prst="rect">
            <a:avLst/>
          </a:prstGeom>
          <a:solidFill>
            <a:srgbClr val="59595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2026.1015.0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15</a:t>
            </a:r>
            <a:r>
              <a:rPr lang="en" sz="12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th October 2026</a:t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Fix some UI bugs</a:t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Add proper news panel</a:t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Add </a:t>
            </a:r>
            <a:r>
              <a:rPr lang="en" sz="10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real time</a:t>
            </a:r>
            <a:r>
              <a:rPr lang="en" sz="10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 clock to poagy.gs Home</a:t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99999"/>
                </a:solidFill>
                <a:latin typeface="Comic Relief"/>
                <a:ea typeface="Comic Relief"/>
                <a:cs typeface="Comic Relief"/>
                <a:sym typeface="Comic Relief"/>
              </a:rPr>
              <a:t>Previous update (20261013.2):</a:t>
            </a:r>
            <a:endParaRPr sz="1000">
              <a:solidFill>
                <a:srgbClr val="999999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999999"/>
                </a:solidFill>
                <a:latin typeface="Comic Relief"/>
                <a:ea typeface="Comic Relief"/>
                <a:cs typeface="Comic Relief"/>
                <a:sym typeface="Comic Relief"/>
              </a:rPr>
              <a:t>Fix some UI bugs.</a:t>
            </a:r>
            <a:endParaRPr sz="1000">
              <a:solidFill>
                <a:srgbClr val="999999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62" name="Google Shape;262;p33"/>
          <p:cNvSpPr/>
          <p:nvPr/>
        </p:nvSpPr>
        <p:spPr>
          <a:xfrm>
            <a:off x="2247375" y="216250"/>
            <a:ext cx="4626000" cy="471000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Changelog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263" name="Google Shape;263;p33"/>
          <p:cNvSpPr/>
          <p:nvPr/>
        </p:nvSpPr>
        <p:spPr>
          <a:xfrm>
            <a:off x="2245500" y="687250"/>
            <a:ext cx="2313000" cy="257100"/>
          </a:xfrm>
          <a:prstGeom prst="rect">
            <a:avLst/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Rolling</a:t>
            </a:r>
            <a:endParaRPr sz="800"/>
          </a:p>
        </p:txBody>
      </p:sp>
      <p:sp>
        <p:nvSpPr>
          <p:cNvPr id="264" name="Google Shape;264;p33">
            <a:hlinkClick action="ppaction://hlinksldjump" r:id="rId6"/>
          </p:cNvPr>
          <p:cNvSpPr/>
          <p:nvPr/>
        </p:nvSpPr>
        <p:spPr>
          <a:xfrm>
            <a:off x="4558500" y="687250"/>
            <a:ext cx="2313000" cy="257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Dev Release</a:t>
            </a:r>
            <a:endParaRPr sz="800"/>
          </a:p>
        </p:txBody>
      </p:sp>
      <p:pic>
        <p:nvPicPr>
          <p:cNvPr id="265" name="Google Shape;265;p33" title="littlepoagy-nobg.png"/>
          <p:cNvPicPr preferRelativeResize="0"/>
          <p:nvPr/>
        </p:nvPicPr>
        <p:blipFill rotWithShape="1">
          <a:blip r:embed="rId7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33">
            <a:hlinkClick action="ppaction://hlinksldjump"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33">
            <a:hlinkClick action="ppaction://hlinksldjump" r:id="rId10"/>
          </p:cNvPr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4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>
                <a:solidFill>
                  <a:schemeClr val="dk1"/>
                </a:solidFill>
              </a:rPr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3" name="Google Shape;273;p34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p34" title="littlepoagy-excited-removebg-previe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34"/>
          <p:cNvSpPr/>
          <p:nvPr/>
        </p:nvSpPr>
        <p:spPr>
          <a:xfrm>
            <a:off x="2245500" y="-27000"/>
            <a:ext cx="4626000" cy="5197500"/>
          </a:xfrm>
          <a:prstGeom prst="rect">
            <a:avLst/>
          </a:prstGeom>
          <a:solidFill>
            <a:srgbClr val="59595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No data.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76" name="Google Shape;276;p34"/>
          <p:cNvSpPr/>
          <p:nvPr/>
        </p:nvSpPr>
        <p:spPr>
          <a:xfrm>
            <a:off x="2247375" y="216250"/>
            <a:ext cx="4626000" cy="471000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Changelog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277" name="Google Shape;277;p34">
            <a:hlinkClick action="ppaction://hlinksldjump" r:id="rId6"/>
          </p:cNvPr>
          <p:cNvSpPr/>
          <p:nvPr/>
        </p:nvSpPr>
        <p:spPr>
          <a:xfrm>
            <a:off x="2245500" y="687250"/>
            <a:ext cx="2313000" cy="257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Rolling</a:t>
            </a:r>
            <a:endParaRPr sz="800"/>
          </a:p>
        </p:txBody>
      </p:sp>
      <p:sp>
        <p:nvSpPr>
          <p:cNvPr id="278" name="Google Shape;278;p34"/>
          <p:cNvSpPr/>
          <p:nvPr/>
        </p:nvSpPr>
        <p:spPr>
          <a:xfrm>
            <a:off x="4558500" y="687250"/>
            <a:ext cx="2313000" cy="257100"/>
          </a:xfrm>
          <a:prstGeom prst="rect">
            <a:avLst/>
          </a:prstGeom>
          <a:gradFill>
            <a:gsLst>
              <a:gs pos="0">
                <a:srgbClr val="FDECDB"/>
              </a:gs>
              <a:gs pos="100000">
                <a:srgbClr val="F0AA6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Dev Release</a:t>
            </a:r>
            <a:endParaRPr sz="800"/>
          </a:p>
        </p:txBody>
      </p:sp>
      <p:pic>
        <p:nvPicPr>
          <p:cNvPr id="279" name="Google Shape;279;p34" title="littlepoagy-nobg.png"/>
          <p:cNvPicPr preferRelativeResize="0"/>
          <p:nvPr/>
        </p:nvPicPr>
        <p:blipFill rotWithShape="1">
          <a:blip r:embed="rId7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34">
            <a:hlinkClick action="ppaction://hlinksldjump"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34">
            <a:hlinkClick action="ppaction://hlinksldjump" r:id="rId10"/>
          </p:cNvPr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35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Comic Relief"/>
                <a:ea typeface="Comic Relief"/>
                <a:cs typeface="Comic Relief"/>
                <a:sym typeface="Comic Relief"/>
              </a:rPr>
              <a:t>      </a:t>
            </a:r>
            <a:r>
              <a:rPr lang="en">
                <a:solidFill>
                  <a:schemeClr val="dk1"/>
                </a:solidFill>
                <a:latin typeface="Comic Relief"/>
                <a:ea typeface="Comic Relief"/>
                <a:cs typeface="Comic Relief"/>
                <a:sym typeface="Comic Relief"/>
              </a:rPr>
              <a:t>poagy.gs Home</a:t>
            </a:r>
            <a:endParaRPr i="0" sz="1400" u="none" cap="none" strike="noStrike">
              <a:solidFill>
                <a:srgbClr val="000000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287" name="Google Shape;287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35" title="littlepoagy-excited-removebg-preview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35"/>
          <p:cNvSpPr/>
          <p:nvPr/>
        </p:nvSpPr>
        <p:spPr>
          <a:xfrm>
            <a:off x="13500" y="350400"/>
            <a:ext cx="3032400" cy="47931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>
                <a:solidFill>
                  <a:srgbClr val="FF00FF"/>
                </a:solidFill>
                <a:latin typeface="Comic Relief"/>
                <a:ea typeface="Comic Relief"/>
                <a:cs typeface="Comic Relief"/>
                <a:sym typeface="Comic Relief"/>
              </a:rPr>
              <a:t>poagy</a:t>
            </a:r>
            <a:r>
              <a:rPr lang="en" sz="1800">
                <a:solidFill>
                  <a:srgbClr val="FF9900"/>
                </a:solidFill>
                <a:latin typeface="Comic Relief"/>
                <a:ea typeface="Comic Relief"/>
                <a:cs typeface="Comic Relief"/>
                <a:sym typeface="Comic Relief"/>
              </a:rPr>
              <a:t>.gs</a:t>
            </a:r>
            <a:r>
              <a:rPr lang="en" sz="1800">
                <a:solidFill>
                  <a:srgbClr val="00FF00"/>
                </a:solidFill>
                <a:latin typeface="Pacifico"/>
                <a:ea typeface="Pacifico"/>
                <a:cs typeface="Pacifico"/>
                <a:sym typeface="Pacifico"/>
              </a:rPr>
              <a:t>+</a:t>
            </a:r>
            <a:endParaRPr sz="1800">
              <a:solidFill>
                <a:srgbClr val="00FF00"/>
              </a:solidFill>
              <a:latin typeface="Pacifico"/>
              <a:ea typeface="Pacifico"/>
              <a:cs typeface="Pacifico"/>
              <a:sym typeface="Pacific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 poagy game library.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290" name="Google Shape;290;p35" title="littlepoagy-cool-removebg-preview.png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25877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35">
            <a:hlinkClick r:id="rId7"/>
          </p:cNvPr>
          <p:cNvSpPr/>
          <p:nvPr/>
        </p:nvSpPr>
        <p:spPr>
          <a:xfrm>
            <a:off x="38625" y="1143000"/>
            <a:ext cx="2981100" cy="4092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Site</a:t>
            </a:r>
            <a:endParaRPr sz="1200"/>
          </a:p>
        </p:txBody>
      </p:sp>
      <p:sp>
        <p:nvSpPr>
          <p:cNvPr id="292" name="Google Shape;292;p35">
            <a:hlinkClick r:id="rId8"/>
          </p:cNvPr>
          <p:cNvSpPr/>
          <p:nvPr/>
        </p:nvSpPr>
        <p:spPr>
          <a:xfrm>
            <a:off x="39150" y="1635200"/>
            <a:ext cx="2981100" cy="4092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6DB"/>
              </a:gs>
              <a:gs pos="100000">
                <a:srgbClr val="FAD15C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Learn more about poagy.gs+</a:t>
            </a:r>
            <a:endParaRPr sz="1200"/>
          </a:p>
        </p:txBody>
      </p:sp>
      <p:sp>
        <p:nvSpPr>
          <p:cNvPr id="293" name="Google Shape;293;p35">
            <a:hlinkClick r:id="rId9"/>
          </p:cNvPr>
          <p:cNvSpPr/>
          <p:nvPr/>
        </p:nvSpPr>
        <p:spPr>
          <a:xfrm>
            <a:off x="39150" y="2127400"/>
            <a:ext cx="2981100" cy="4092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Try the original poagy.gs</a:t>
            </a:r>
            <a:endParaRPr sz="1200"/>
          </a:p>
        </p:txBody>
      </p:sp>
      <p:sp>
        <p:nvSpPr>
          <p:cNvPr id="294" name="Google Shape;294;p35"/>
          <p:cNvSpPr/>
          <p:nvPr/>
        </p:nvSpPr>
        <p:spPr>
          <a:xfrm>
            <a:off x="4331225" y="2255100"/>
            <a:ext cx="2596200" cy="633300"/>
          </a:xfrm>
          <a:prstGeom prst="roundRect">
            <a:avLst>
              <a:gd fmla="val 12673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pic>
        <p:nvPicPr>
          <p:cNvPr id="295" name="Google Shape;295;p35" title="littlepoagy-cool-removebg-previe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96175" y="4101565"/>
            <a:ext cx="257175" cy="346961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" name="Google Shape;296;p35" title="littlepoagy-confused-removebg-preview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401113" y="4098464"/>
            <a:ext cx="257175" cy="353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7" name="Google Shape;297;p35" title="littlepoagy-happy-removebg-preview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1706075" y="4101565"/>
            <a:ext cx="257175" cy="346961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35"/>
          <p:cNvSpPr txBox="1"/>
          <p:nvPr/>
        </p:nvSpPr>
        <p:spPr>
          <a:xfrm>
            <a:off x="1065500" y="4538900"/>
            <a:ext cx="897900" cy="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2026.1015.0</a:t>
            </a:r>
            <a:r>
              <a:rPr lang="en" sz="600">
                <a:solidFill>
                  <a:schemeClr val="lt1"/>
                </a:solidFill>
              </a:rPr>
              <a:t>-</a:t>
            </a:r>
            <a:r>
              <a:rPr lang="en" sz="600">
                <a:solidFill>
                  <a:srgbClr val="FF0000"/>
                </a:solidFill>
              </a:rPr>
              <a:t>rolling</a:t>
            </a:r>
            <a:endParaRPr sz="600">
              <a:solidFill>
                <a:srgbClr val="FF0000"/>
              </a:solidFill>
            </a:endParaRPr>
          </a:p>
        </p:txBody>
      </p:sp>
      <p:sp>
        <p:nvSpPr>
          <p:cNvPr id="299" name="Google Shape;299;p35"/>
          <p:cNvSpPr txBox="1"/>
          <p:nvPr/>
        </p:nvSpPr>
        <p:spPr>
          <a:xfrm>
            <a:off x="740625" y="4667225"/>
            <a:ext cx="1577100" cy="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PoweredByPoag 2025-2026</a:t>
            </a:r>
            <a:endParaRPr sz="8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300" name="Google Shape;300;p35">
            <a:hlinkClick action="ppaction://hlinksldjump" r:id="rId12"/>
          </p:cNvPr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1" name="Google Shape;301;p35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36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>
                <a:solidFill>
                  <a:schemeClr val="dk1"/>
                </a:solidFill>
              </a:rPr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7" name="Google Shape;30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8" name="Google Shape;308;p36" title="littlepoagy-excited-removebg-preview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36"/>
          <p:cNvSpPr/>
          <p:nvPr/>
        </p:nvSpPr>
        <p:spPr>
          <a:xfrm>
            <a:off x="6111600" y="350400"/>
            <a:ext cx="3032400" cy="47931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>
                <a:solidFill>
                  <a:srgbClr val="FF0000"/>
                </a:solidFill>
                <a:latin typeface="Comic Relief"/>
                <a:ea typeface="Comic Relief"/>
                <a:cs typeface="Comic Relief"/>
                <a:sym typeface="Comic Relief"/>
              </a:rPr>
              <a:t>News</a:t>
            </a:r>
            <a:endParaRPr sz="1800">
              <a:solidFill>
                <a:srgbClr val="FF0000"/>
              </a:solidFill>
              <a:latin typeface="Pacifico"/>
              <a:ea typeface="Pacifico"/>
              <a:cs typeface="Pacifico"/>
              <a:sym typeface="Pacifico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Updates about poagy.gs+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10" name="Google Shape;310;p36" title="littlepoagy-cool-removebg-preview.png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25877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p36"/>
          <p:cNvSpPr/>
          <p:nvPr/>
        </p:nvSpPr>
        <p:spPr>
          <a:xfrm>
            <a:off x="4331225" y="2255100"/>
            <a:ext cx="2596200" cy="633300"/>
          </a:xfrm>
          <a:prstGeom prst="roundRect">
            <a:avLst>
              <a:gd fmla="val 12673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pic>
        <p:nvPicPr>
          <p:cNvPr id="312" name="Google Shape;312;p36">
            <a:hlinkClick action="ppaction://hlinksldjump"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36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37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19" name="Google Shape;319;p37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Hi!</a:t>
            </a:r>
            <a:endParaRPr sz="1200"/>
          </a:p>
        </p:txBody>
      </p:sp>
      <p:sp>
        <p:nvSpPr>
          <p:cNvPr id="320" name="Google Shape;320;p37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Hi</a:t>
            </a:r>
            <a:endParaRPr sz="1000"/>
          </a:p>
        </p:txBody>
      </p:sp>
      <p:pic>
        <p:nvPicPr>
          <p:cNvPr id="321" name="Google Shape;321;p37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p37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38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28" name="Google Shape;328;p38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You know, my name is Poagy!</a:t>
            </a:r>
            <a:endParaRPr sz="1200"/>
          </a:p>
        </p:txBody>
      </p:sp>
      <p:sp>
        <p:nvSpPr>
          <p:cNvPr id="329" name="Google Shape;329;p38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…ok</a:t>
            </a:r>
            <a:endParaRPr sz="1000"/>
          </a:p>
        </p:txBody>
      </p:sp>
      <p:sp>
        <p:nvSpPr>
          <p:cNvPr id="330" name="Google Shape;330;p38">
            <a:hlinkClick action="ppaction://hlinksldjump" r:id="rId5"/>
          </p:cNvPr>
          <p:cNvSpPr/>
          <p:nvPr/>
        </p:nvSpPr>
        <p:spPr>
          <a:xfrm>
            <a:off x="7795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Why?</a:t>
            </a:r>
            <a:endParaRPr sz="1000"/>
          </a:p>
        </p:txBody>
      </p:sp>
      <p:pic>
        <p:nvPicPr>
          <p:cNvPr id="331" name="Google Shape;331;p38" title="littlepoagy-happy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38">
            <a:hlinkClick action="ppaction://hlinksldjump" r:id="rId7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39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38" name="Google Shape;338;p39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…</a:t>
            </a:r>
            <a:endParaRPr sz="1200"/>
          </a:p>
        </p:txBody>
      </p:sp>
      <p:sp>
        <p:nvSpPr>
          <p:cNvPr id="339" name="Google Shape;339;p39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…</a:t>
            </a:r>
            <a:endParaRPr sz="1000"/>
          </a:p>
        </p:txBody>
      </p:sp>
      <p:sp>
        <p:nvSpPr>
          <p:cNvPr id="340" name="Google Shape;340;p39">
            <a:hlinkClick action="ppaction://hlinksldjump" r:id="rId5"/>
          </p:cNvPr>
          <p:cNvSpPr/>
          <p:nvPr/>
        </p:nvSpPr>
        <p:spPr>
          <a:xfrm>
            <a:off x="8109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/>
              <a:t>Christmas?</a:t>
            </a:r>
            <a:endParaRPr sz="600"/>
          </a:p>
        </p:txBody>
      </p:sp>
      <p:pic>
        <p:nvPicPr>
          <p:cNvPr id="341" name="Google Shape;341;p39" title="littlepoagy-happy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p39">
            <a:hlinkClick action="ppaction://hlinksldjump" r:id="rId7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40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48" name="Google Shape;348;p40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Yeah, you know, I heard of another poag called “Christmas Poagy”. I remember when I met him for the first time we-</a:t>
            </a:r>
            <a:endParaRPr sz="1200"/>
          </a:p>
        </p:txBody>
      </p:sp>
      <p:sp>
        <p:nvSpPr>
          <p:cNvPr id="349" name="Google Shape;349;p40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Next</a:t>
            </a:r>
            <a:endParaRPr b="1" sz="1000"/>
          </a:p>
        </p:txBody>
      </p:sp>
      <p:pic>
        <p:nvPicPr>
          <p:cNvPr id="350" name="Google Shape;350;p40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51" name="Google Shape;351;p40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41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/>
              <a:t>Sorry, but we ran out of budget for this.</a:t>
            </a:r>
            <a:endParaRPr i="1" sz="1200"/>
          </a:p>
        </p:txBody>
      </p:sp>
      <p:sp>
        <p:nvSpPr>
          <p:cNvPr id="357" name="Google Shape;357;p41"/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Cya</a:t>
            </a:r>
            <a:endParaRPr b="1" sz="1000"/>
          </a:p>
        </p:txBody>
      </p:sp>
      <p:sp>
        <p:nvSpPr>
          <p:cNvPr id="358" name="Google Shape;358;p41">
            <a:hlinkClick action="ppaction://hlinksldjump" r:id="rId4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42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/>
              <a:t>Happy Poagy just leaves.</a:t>
            </a:r>
            <a:endParaRPr i="1" sz="1200"/>
          </a:p>
        </p:txBody>
      </p:sp>
      <p:sp>
        <p:nvSpPr>
          <p:cNvPr id="364" name="Google Shape;364;p42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Cya</a:t>
            </a:r>
            <a:endParaRPr sz="1000"/>
          </a:p>
        </p:txBody>
      </p:sp>
      <p:sp>
        <p:nvSpPr>
          <p:cNvPr id="365" name="Google Shape;365;p42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43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71" name="Google Shape;371;p43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I mean, if you think that I’m basically the default poagy (I’m not btw), then that’s why.</a:t>
            </a:r>
            <a:endParaRPr sz="1200"/>
          </a:p>
        </p:txBody>
      </p:sp>
      <p:sp>
        <p:nvSpPr>
          <p:cNvPr id="372" name="Google Shape;372;p43">
            <a:hlinkClick action="ppaction://hlinksldjump" r:id="rId4"/>
          </p:cNvPr>
          <p:cNvSpPr/>
          <p:nvPr/>
        </p:nvSpPr>
        <p:spPr>
          <a:xfrm>
            <a:off x="100825" y="4166400"/>
            <a:ext cx="810000" cy="3510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What movies do you like?</a:t>
            </a:r>
            <a:endParaRPr sz="800"/>
          </a:p>
        </p:txBody>
      </p:sp>
      <p:pic>
        <p:nvPicPr>
          <p:cNvPr id="373" name="Google Shape;373;p43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43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44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80" name="Google Shape;380;p44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Some of my favorites movies are </a:t>
            </a:r>
            <a:endParaRPr sz="1200"/>
          </a:p>
        </p:txBody>
      </p:sp>
      <p:sp>
        <p:nvSpPr>
          <p:cNvPr id="381" name="Google Shape;381;p44">
            <a:hlinkClick action="ppaction://hlinksldjump" r:id="rId4"/>
          </p:cNvPr>
          <p:cNvSpPr/>
          <p:nvPr/>
        </p:nvSpPr>
        <p:spPr>
          <a:xfrm>
            <a:off x="100825" y="4166400"/>
            <a:ext cx="810000" cy="3510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Next</a:t>
            </a:r>
            <a:endParaRPr sz="800"/>
          </a:p>
        </p:txBody>
      </p:sp>
      <p:sp>
        <p:nvSpPr>
          <p:cNvPr descr="a green screen with a bunch of error messages on it (Provided by Tenor)" id="382" name="Google Shape;382;p44"/>
          <p:cNvSpPr/>
          <p:nvPr/>
        </p:nvSpPr>
        <p:spPr>
          <a:xfrm>
            <a:off x="6300775" y="4628162"/>
            <a:ext cx="794441" cy="446675"/>
          </a:xfrm>
          <a:prstGeom prst="rect">
            <a:avLst/>
          </a:prstGeom>
          <a:noFill/>
          <a:ln>
            <a:noFill/>
          </a:ln>
        </p:spPr>
      </p:sp>
      <p:pic>
        <p:nvPicPr>
          <p:cNvPr id="383" name="Google Shape;383;p44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84" name="Google Shape;384;p44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45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90" name="Google Shape;390;p45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/>
              <a:t>Happy Poagy appears to have crashed… great job.</a:t>
            </a:r>
            <a:endParaRPr i="1" sz="1200"/>
          </a:p>
        </p:txBody>
      </p:sp>
      <p:sp>
        <p:nvSpPr>
          <p:cNvPr id="391" name="Google Shape;391;p45">
            <a:hlinkClick action="ppaction://hlinksldjump" r:id="rId4"/>
          </p:cNvPr>
          <p:cNvSpPr/>
          <p:nvPr/>
        </p:nvSpPr>
        <p:spPr>
          <a:xfrm>
            <a:off x="100825" y="4166400"/>
            <a:ext cx="810000" cy="3510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Cya</a:t>
            </a:r>
            <a:endParaRPr sz="800"/>
          </a:p>
        </p:txBody>
      </p:sp>
      <p:sp>
        <p:nvSpPr>
          <p:cNvPr descr="a green screen with a bunch of error messages on it (Provided by Tenor)" id="392" name="Google Shape;392;p45"/>
          <p:cNvSpPr/>
          <p:nvPr/>
        </p:nvSpPr>
        <p:spPr>
          <a:xfrm>
            <a:off x="4281037" y="2571749"/>
            <a:ext cx="1038346" cy="583800"/>
          </a:xfrm>
          <a:prstGeom prst="rect">
            <a:avLst/>
          </a:prstGeom>
          <a:noFill/>
          <a:ln>
            <a:noFill/>
          </a:ln>
        </p:spPr>
      </p:sp>
      <p:pic>
        <p:nvPicPr>
          <p:cNvPr id="393" name="Google Shape;393;p45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p45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45"/>
          <p:cNvSpPr/>
          <p:nvPr/>
        </p:nvSpPr>
        <p:spPr>
          <a:xfrm>
            <a:off x="0" y="13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9CB9C"/>
              </a:gs>
              <a:gs pos="100000">
                <a:srgbClr val="FF9900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New badge: </a:t>
            </a:r>
            <a:r>
              <a:rPr lang="en"/>
              <a:t>Crash a Poagy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45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3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3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0"/>
                            </p:stCondLst>
                            <p:childTnLst>
                              <p:par>
                                <p:cTn fill="hold" nodeType="after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1400"/>
                                        <p:tgtEl>
                                          <p:spTgt spid="3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140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46"/>
          <p:cNvSpPr txBox="1"/>
          <p:nvPr/>
        </p:nvSpPr>
        <p:spPr>
          <a:xfrm>
            <a:off x="2084120" y="1712069"/>
            <a:ext cx="55893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" sz="3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Ultra Realistic Poagy getting lost simulator</a:t>
            </a:r>
            <a:endParaRPr b="0" i="0" sz="3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46"/>
          <p:cNvSpPr txBox="1"/>
          <p:nvPr/>
        </p:nvSpPr>
        <p:spPr>
          <a:xfrm>
            <a:off x="-165146" y="4679700"/>
            <a:ext cx="9144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Click to proceed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46"/>
          <p:cNvSpPr txBox="1"/>
          <p:nvPr/>
        </p:nvSpPr>
        <p:spPr>
          <a:xfrm>
            <a:off x="8325" y="0"/>
            <a:ext cx="2709900" cy="3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v1.5</a:t>
            </a:r>
            <a:endParaRPr b="0" i="0" sz="1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46"/>
          <p:cNvSpPr/>
          <p:nvPr/>
        </p:nvSpPr>
        <p:spPr>
          <a:xfrm>
            <a:off x="8632600" y="106750"/>
            <a:ext cx="346200" cy="340800"/>
          </a:xfrm>
          <a:prstGeom prst="smileyFace">
            <a:avLst>
              <a:gd fmla="val 4653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46">
            <a:hlinkClick action="ppaction://hlinksldjump" r:id="rId3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47"/>
          <p:cNvSpPr/>
          <p:nvPr/>
        </p:nvSpPr>
        <p:spPr>
          <a:xfrm>
            <a:off x="2987399" y="536580"/>
            <a:ext cx="3169200" cy="3741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Selection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47">
            <a:hlinkClick action="ppaction://hlinksldjump" r:id="rId3"/>
          </p:cNvPr>
          <p:cNvSpPr/>
          <p:nvPr/>
        </p:nvSpPr>
        <p:spPr>
          <a:xfrm>
            <a:off x="2987400" y="1133500"/>
            <a:ext cx="3169200" cy="7689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1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Poagy’s Road Dilema 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47">
            <a:hlinkClick action="ppaction://hlinksldjump" r:id="rId4"/>
          </p:cNvPr>
          <p:cNvSpPr/>
          <p:nvPr/>
        </p:nvSpPr>
        <p:spPr>
          <a:xfrm>
            <a:off x="2987400" y="1902400"/>
            <a:ext cx="3169200" cy="7689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2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Housing Issues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47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48"/>
          <p:cNvSpPr/>
          <p:nvPr/>
        </p:nvSpPr>
        <p:spPr>
          <a:xfrm>
            <a:off x="152425" y="18472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48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48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21" name="Google Shape;421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3559890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422" name="Google Shape;422;p48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You arrive at a 4 way intersection. You can go right, which looks like a nice clean path, left, a path with a tree you have to climb over, and straight, a path with a door at the end labeled “pantry”. What do you choose?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48">
            <a:hlinkClick action="ppaction://hlinksldjump" r:id="rId4"/>
          </p:cNvPr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48">
            <a:hlinkClick action="ppaction://hlinksldjump" r:id="rId5"/>
          </p:cNvPr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48">
            <a:hlinkClick action="ppaction://hlinksldjump" r:id="rId6"/>
          </p:cNvPr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48">
            <a:hlinkClick action="ppaction://hlinksldjump" r:id="rId7"/>
          </p:cNvPr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48"/>
          <p:cNvSpPr txBox="1"/>
          <p:nvPr/>
        </p:nvSpPr>
        <p:spPr>
          <a:xfrm>
            <a:off x="-109117" y="2296042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Road Rd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48">
            <a:hlinkClick action="ppaction://hlinksldjump" r:id="rId8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3000"/>
                                        <p:tgtEl>
                                          <p:spTgt spid="4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3000"/>
                                          </p:stCondLst>
                                        </p:cTn>
                                        <p:tgtEl>
                                          <p:spTgt spid="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49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49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49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49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37" name="Google Shape;437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536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438" name="Google Shape;438;p49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 moves left… and shuts down because climbing is too hard.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49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49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49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49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43" name="Google Shape;443;p49"/>
          <p:cNvGrpSpPr/>
          <p:nvPr/>
        </p:nvGrpSpPr>
        <p:grpSpPr>
          <a:xfrm>
            <a:off x="2509078" y="1239250"/>
            <a:ext cx="4430700" cy="2676600"/>
            <a:chOff x="553878" y="-588850"/>
            <a:chExt cx="4430700" cy="2676600"/>
          </a:xfrm>
        </p:grpSpPr>
        <p:sp>
          <p:nvSpPr>
            <p:cNvPr id="444" name="Google Shape;444;p49"/>
            <p:cNvSpPr/>
            <p:nvPr/>
          </p:nvSpPr>
          <p:spPr>
            <a:xfrm>
              <a:off x="553878" y="-588850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Git Gud 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is bad at climbing. What did you expect?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49">
              <a:hlinkClick action="ppaction://hlinksldjump" r:id="rId4"/>
            </p:cNvPr>
            <p:cNvSpPr/>
            <p:nvPr/>
          </p:nvSpPr>
          <p:spPr>
            <a:xfrm>
              <a:off x="2045325" y="1380600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Close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46" name="Google Shape;446;p49"/>
          <p:cNvSpPr/>
          <p:nvPr/>
        </p:nvSpPr>
        <p:spPr>
          <a:xfrm>
            <a:off x="6035050" y="-845825"/>
            <a:ext cx="1908900" cy="3885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49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8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4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4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50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50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50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50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56" name="Google Shape;456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536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457" name="Google Shape;457;p50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 moves right… and just flops over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50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50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p50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" name="Google Shape;461;p50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62" name="Google Shape;462;p50"/>
          <p:cNvGrpSpPr/>
          <p:nvPr/>
        </p:nvGrpSpPr>
        <p:grpSpPr>
          <a:xfrm>
            <a:off x="2509078" y="1239250"/>
            <a:ext cx="4430700" cy="2676600"/>
            <a:chOff x="904078" y="-238675"/>
            <a:chExt cx="4430700" cy="2676600"/>
          </a:xfrm>
        </p:grpSpPr>
        <p:sp>
          <p:nvSpPr>
            <p:cNvPr id="463" name="Google Shape;463;p50"/>
            <p:cNvSpPr/>
            <p:nvPr/>
          </p:nvSpPr>
          <p:spPr>
            <a:xfrm>
              <a:off x="904078" y="-238675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Git Gud 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is lazy.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4" name="Google Shape;464;p50">
              <a:hlinkClick action="ppaction://hlinksldjump" r:id="rId4"/>
            </p:cNvPr>
            <p:cNvSpPr/>
            <p:nvPr/>
          </p:nvSpPr>
          <p:spPr>
            <a:xfrm>
              <a:off x="2395525" y="1666325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Close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65" name="Google Shape;465;p50"/>
          <p:cNvSpPr/>
          <p:nvPr/>
        </p:nvSpPr>
        <p:spPr>
          <a:xfrm>
            <a:off x="6252200" y="-1131575"/>
            <a:ext cx="19431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50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2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4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4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1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51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51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51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75" name="Google Shape;475;p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536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51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 moves straight… and gets distracted by the lure of an amazing exquisite pantry full of food.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" name="Google Shape;477;p51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51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9" name="Google Shape;479;p51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51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81" name="Google Shape;481;p51"/>
          <p:cNvGrpSpPr/>
          <p:nvPr/>
        </p:nvGrpSpPr>
        <p:grpSpPr>
          <a:xfrm>
            <a:off x="2509078" y="1239250"/>
            <a:ext cx="4430700" cy="2676600"/>
            <a:chOff x="2509078" y="1232850"/>
            <a:chExt cx="4430700" cy="2676600"/>
          </a:xfrm>
        </p:grpSpPr>
        <p:sp>
          <p:nvSpPr>
            <p:cNvPr id="482" name="Google Shape;482;p51"/>
            <p:cNvSpPr/>
            <p:nvPr/>
          </p:nvSpPr>
          <p:spPr>
            <a:xfrm>
              <a:off x="2509078" y="1232850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Git Gud 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is practically a pantry vacuum.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3" name="Google Shape;483;p51">
              <a:hlinkClick action="ppaction://hlinksldjump" r:id="rId4"/>
            </p:cNvPr>
            <p:cNvSpPr/>
            <p:nvPr/>
          </p:nvSpPr>
          <p:spPr>
            <a:xfrm>
              <a:off x="4058725" y="3095000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Close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84" name="Google Shape;484;p51"/>
          <p:cNvSpPr/>
          <p:nvPr/>
        </p:nvSpPr>
        <p:spPr>
          <a:xfrm>
            <a:off x="4834900" y="-1531625"/>
            <a:ext cx="2263200" cy="550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51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4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4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52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p52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52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52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94" name="Google Shape;494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478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495" name="Google Shape;495;p52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You throw a piece of food down the clean path, and Poagy makes it!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52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52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p52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9" name="Google Shape;499;p52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00" name="Google Shape;500;p52"/>
          <p:cNvGrpSpPr/>
          <p:nvPr/>
        </p:nvGrpSpPr>
        <p:grpSpPr>
          <a:xfrm>
            <a:off x="2509078" y="1239250"/>
            <a:ext cx="4430700" cy="2676600"/>
            <a:chOff x="2509078" y="1232850"/>
            <a:chExt cx="4430700" cy="2676600"/>
          </a:xfrm>
        </p:grpSpPr>
        <p:sp>
          <p:nvSpPr>
            <p:cNvPr id="501" name="Google Shape;501;p52"/>
            <p:cNvSpPr/>
            <p:nvPr/>
          </p:nvSpPr>
          <p:spPr>
            <a:xfrm>
              <a:off x="2509078" y="1232850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Nice one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successfully made it!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2" name="Google Shape;502;p52">
              <a:hlinkClick action="ppaction://hlinksldjump" r:id="rId4"/>
            </p:cNvPr>
            <p:cNvSpPr/>
            <p:nvPr/>
          </p:nvSpPr>
          <p:spPr>
            <a:xfrm>
              <a:off x="4058725" y="3095000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Continue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03" name="Google Shape;503;p52"/>
          <p:cNvSpPr/>
          <p:nvPr/>
        </p:nvSpPr>
        <p:spPr>
          <a:xfrm>
            <a:off x="4834900" y="-640075"/>
            <a:ext cx="2583300" cy="434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4" name="Google Shape;504;p52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5" name="Google Shape;505;p52"/>
          <p:cNvSpPr/>
          <p:nvPr/>
        </p:nvSpPr>
        <p:spPr>
          <a:xfrm>
            <a:off x="0" y="13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9CB9C"/>
              </a:gs>
              <a:gs pos="100000">
                <a:srgbClr val="FF9900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New badge: your did it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2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4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5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0"/>
                            </p:stCondLst>
                            <p:childTnLst>
                              <p:par>
                                <p:cTn fill="hold" nodeType="after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5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5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0"/>
                            </p:stCondLst>
                            <p:childTnLst>
                              <p:par>
                                <p:cTn fill="hold" nodeType="after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4000"/>
                                        <p:tgtEl>
                                          <p:spTgt spid="5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4000"/>
                                          </p:stCondLst>
                                        </p:cTn>
                                        <p:tgtEl>
                                          <p:spTgt spid="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53"/>
          <p:cNvSpPr txBox="1"/>
          <p:nvPr/>
        </p:nvSpPr>
        <p:spPr>
          <a:xfrm>
            <a:off x="645100" y="526100"/>
            <a:ext cx="2718300" cy="6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Lexend"/>
                <a:ea typeface="Lexend"/>
                <a:cs typeface="Lexend"/>
                <a:sym typeface="Lexend"/>
              </a:rPr>
              <a:t>Poagy pantry defense</a:t>
            </a:r>
            <a:endParaRPr sz="1800">
              <a:solidFill>
                <a:schemeClr val="dk2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511" name="Google Shape;511;p53"/>
          <p:cNvSpPr txBox="1"/>
          <p:nvPr/>
        </p:nvSpPr>
        <p:spPr>
          <a:xfrm>
            <a:off x="695200" y="908125"/>
            <a:ext cx="26181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Protect the pantry from the poags!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512" name="Google Shape;512;p53"/>
          <p:cNvSpPr/>
          <p:nvPr/>
        </p:nvSpPr>
        <p:spPr>
          <a:xfrm>
            <a:off x="654400" y="3438375"/>
            <a:ext cx="2699700" cy="9765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DECDB"/>
              </a:gs>
              <a:gs pos="100000">
                <a:srgbClr val="F0A963"/>
              </a:gs>
            </a:gsLst>
            <a:path path="circle">
              <a:fillToRect b="50%" l="50%" r="50%" t="50%"/>
            </a:path>
            <a:tileRect/>
          </a:gra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FF"/>
                </a:solidFill>
                <a:latin typeface="Oswald"/>
                <a:ea typeface="Oswald"/>
                <a:cs typeface="Oswald"/>
                <a:sym typeface="Oswald"/>
              </a:rPr>
              <a:t>Play!</a:t>
            </a:r>
            <a:endParaRPr>
              <a:solidFill>
                <a:srgbClr val="FF00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513" name="Google Shape;513;p53"/>
          <p:cNvSpPr txBox="1"/>
          <p:nvPr/>
        </p:nvSpPr>
        <p:spPr>
          <a:xfrm>
            <a:off x="0" y="-6275"/>
            <a:ext cx="18477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2"/>
                </a:solidFill>
              </a:rPr>
              <a:t>Early title screen. Not for final </a:t>
            </a:r>
            <a:r>
              <a:rPr lang="en" sz="600">
                <a:solidFill>
                  <a:schemeClr val="dk2"/>
                </a:solidFill>
              </a:rPr>
              <a:t>release.</a:t>
            </a:r>
            <a:endParaRPr sz="600">
              <a:solidFill>
                <a:schemeClr val="dk2"/>
              </a:solidFill>
            </a:endParaRPr>
          </a:p>
        </p:txBody>
      </p:sp>
      <p:pic>
        <p:nvPicPr>
          <p:cNvPr id="514" name="Google Shape;514;p53" title="poagypantrydefense-pantry.jpg"/>
          <p:cNvPicPr preferRelativeResize="0"/>
          <p:nvPr/>
        </p:nvPicPr>
        <p:blipFill rotWithShape="1">
          <a:blip r:embed="rId3">
            <a:alphaModFix/>
          </a:blip>
          <a:srcRect b="0" l="22949" r="21579" t="0"/>
          <a:stretch/>
        </p:blipFill>
        <p:spPr>
          <a:xfrm>
            <a:off x="5290575" y="462150"/>
            <a:ext cx="3120650" cy="4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5" name="Google Shape;515;p53" title="littlepoagy-annoyed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81700" y="2960628"/>
            <a:ext cx="1058750" cy="1454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6" name="Google Shape;516;p53" title="littlepoagy-confused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flipH="1">
            <a:off x="8515721" y="3265652"/>
            <a:ext cx="1058750" cy="14542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