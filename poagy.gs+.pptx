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y="5143500" cx="9144000"/>
  <p:notesSz cx="6858000" cy="9144000"/>
  <p:embeddedFontLst>
    <p:embeddedFont>
      <p:font typeface="Inter"/>
      <p:regular r:id="rId23"/>
      <p:bold r:id="rId24"/>
      <p:italic r:id="rId25"/>
      <p:boldItalic r:id="rId26"/>
    </p:embeddedFont>
    <p:embeddedFont>
      <p:font typeface="Pacifico"/>
      <p:regular r:id="rId27"/>
    </p:embeddedFont>
    <p:embeddedFont>
      <p:font typeface="Inter ExtraLight"/>
      <p:regular r:id="rId28"/>
      <p:bold r:id="rId29"/>
      <p:italic r:id="rId30"/>
      <p:boldItalic r:id="rId31"/>
    </p:embeddedFont>
    <p:embeddedFont>
      <p:font typeface="Comic Relief"/>
      <p:regular r:id="rId32"/>
      <p:bold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font" Target="fonts/Inter-bold.fntdata"/><Relationship Id="rId23" Type="http://schemas.openxmlformats.org/officeDocument/2006/relationships/font" Target="fonts/Inter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font" Target="fonts/Inter-boldItalic.fntdata"/><Relationship Id="rId25" Type="http://schemas.openxmlformats.org/officeDocument/2006/relationships/font" Target="fonts/Inter-italic.fntdata"/><Relationship Id="rId28" Type="http://schemas.openxmlformats.org/officeDocument/2006/relationships/font" Target="fonts/InterExtraLight-regular.fntdata"/><Relationship Id="rId27" Type="http://schemas.openxmlformats.org/officeDocument/2006/relationships/font" Target="fonts/Pacifico-regular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font" Target="fonts/InterExtraLight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InterExtraLight-boldItalic.fntdata"/><Relationship Id="rId30" Type="http://schemas.openxmlformats.org/officeDocument/2006/relationships/font" Target="fonts/InterExtraLight-italic.fntdata"/><Relationship Id="rId11" Type="http://schemas.openxmlformats.org/officeDocument/2006/relationships/slide" Target="slides/slide5.xml"/><Relationship Id="rId33" Type="http://schemas.openxmlformats.org/officeDocument/2006/relationships/font" Target="fonts/ComicRelief-bold.fntdata"/><Relationship Id="rId10" Type="http://schemas.openxmlformats.org/officeDocument/2006/relationships/slide" Target="slides/slide4.xml"/><Relationship Id="rId32" Type="http://schemas.openxmlformats.org/officeDocument/2006/relationships/font" Target="fonts/ComicRelief-regular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h42c0b5c93bfda515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h42c0b5c93bfda515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h1bccd770e8caf32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h1bccd770e8caf32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h2483a72d626482d5_7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0" name="Google Shape;130;h2483a72d626482d5_7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h1bccd770e8caf32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h1bccd770e8caf32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h2483a72d626482d5_7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h2483a72d626482d5_7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h2483a72d626482d5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6" name="Google Shape;186;h2483a72d626482d5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h42c0b5c93bfda51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h42c0b5c93bfda51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h42c0b5c93bfda515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0" name="Google Shape;210;h42c0b5c93bfda515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h42c0b5c93bfda515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3" name="Google Shape;223;h42c0b5c93bfda515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h1bccd770e8caf32_0_1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3" name="Google Shape;243;h1bccd770e8caf32_0_1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h1bccd770e8caf32_0_1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h1bccd770e8caf32_0_1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1bccd770e8caf32_0_2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h1bccd770e8caf32_0_2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h1bccd770e8caf32_0_2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5" name="Google Shape;275;h1bccd770e8caf32_0_2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h1bccd770e8caf32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h1bccd770e8caf32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h1bccd770e8caf32_0_2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h1bccd770e8caf32_0_2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h1bccd770e8caf32_0_2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2" name="Google Shape;332;h1bccd770e8caf32_0_2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8" name="Google Shape;58;p15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9" name="Google Shape;59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2" name="Google Shape;62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5" name="Google Shape;65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9" name="Google Shape;69;p18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0" name="Google Shape;70;p18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1" name="Google Shape;71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4" name="Google Shape;74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0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7" name="Google Shape;77;p20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8" name="Google Shape;78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1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1" name="Google Shape;81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2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5" name="Google Shape;85;p22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6" name="Google Shape;86;p22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7" name="Google Shape;87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90" name="Google Shape;9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4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" name="Google Shape;93;p24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1" Type="http://schemas.openxmlformats.org/officeDocument/2006/relationships/image" Target="../media/image7.png"/><Relationship Id="rId10" Type="http://schemas.openxmlformats.org/officeDocument/2006/relationships/image" Target="../media/image8.png"/><Relationship Id="rId13" Type="http://schemas.openxmlformats.org/officeDocument/2006/relationships/image" Target="../media/image5.png"/><Relationship Id="rId12" Type="http://schemas.openxmlformats.org/officeDocument/2006/relationships/hyperlink" Target="http://drive.google.com/file/d/1tkXTEZe1auXS9WbCpTo5chCiFx9ZgCvg/view" TargetMode="Externa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slide" Target="/ppt/slides/slide9.xml"/><Relationship Id="rId4" Type="http://schemas.openxmlformats.org/officeDocument/2006/relationships/image" Target="../media/image3.png"/><Relationship Id="rId9" Type="http://schemas.openxmlformats.org/officeDocument/2006/relationships/slide" Target="/ppt/slides/slide6.xml"/><Relationship Id="rId5" Type="http://schemas.openxmlformats.org/officeDocument/2006/relationships/slide" Target="/ppt/slides/slide7.xml"/><Relationship Id="rId6" Type="http://schemas.openxmlformats.org/officeDocument/2006/relationships/image" Target="../media/image2.png"/><Relationship Id="rId7" Type="http://schemas.openxmlformats.org/officeDocument/2006/relationships/image" Target="../media/image4.png"/><Relationship Id="rId8" Type="http://schemas.openxmlformats.org/officeDocument/2006/relationships/slide" Target="/ppt/slides/slide2.xml"/></Relationships>
</file>

<file path=ppt/slides/_rels/slide2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3.xml"/><Relationship Id="rId10" Type="http://schemas.openxmlformats.org/officeDocument/2006/relationships/slide" Target="/ppt/slides/slide1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slide" Target="/ppt/slides/slide9.xml"/><Relationship Id="rId4" Type="http://schemas.openxmlformats.org/officeDocument/2006/relationships/image" Target="../media/image3.png"/><Relationship Id="rId9" Type="http://schemas.openxmlformats.org/officeDocument/2006/relationships/slide" Target="/ppt/slides/slide4.xml"/><Relationship Id="rId5" Type="http://schemas.openxmlformats.org/officeDocument/2006/relationships/slide" Target="/ppt/slides/slide7.xml"/><Relationship Id="rId6" Type="http://schemas.openxmlformats.org/officeDocument/2006/relationships/image" Target="../media/image2.png"/><Relationship Id="rId7" Type="http://schemas.openxmlformats.org/officeDocument/2006/relationships/slide" Target="/ppt/slides/slide6.xml"/><Relationship Id="rId8" Type="http://schemas.openxmlformats.org/officeDocument/2006/relationships/image" Target="../media/image8.png"/></Relationships>
</file>

<file path=ppt/slides/_rels/slide3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2.xml"/><Relationship Id="rId10" Type="http://schemas.openxmlformats.org/officeDocument/2006/relationships/slide" Target="/ppt/slides/slide1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slide" Target="/ppt/slides/slide9.xml"/><Relationship Id="rId4" Type="http://schemas.openxmlformats.org/officeDocument/2006/relationships/image" Target="../media/image3.png"/><Relationship Id="rId9" Type="http://schemas.openxmlformats.org/officeDocument/2006/relationships/slide" Target="/ppt/slides/slide4.xml"/><Relationship Id="rId5" Type="http://schemas.openxmlformats.org/officeDocument/2006/relationships/slide" Target="/ppt/slides/slide7.xml"/><Relationship Id="rId6" Type="http://schemas.openxmlformats.org/officeDocument/2006/relationships/image" Target="../media/image2.png"/><Relationship Id="rId7" Type="http://schemas.openxmlformats.org/officeDocument/2006/relationships/slide" Target="/ppt/slides/slide6.xml"/><Relationship Id="rId8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10.xml"/><Relationship Id="rId10" Type="http://schemas.openxmlformats.org/officeDocument/2006/relationships/slide" Target="/ppt/slides/slide1.xml"/><Relationship Id="rId12" Type="http://schemas.openxmlformats.org/officeDocument/2006/relationships/slide" Target="/ppt/slides/slide5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slide" Target="/ppt/slides/slide9.xml"/><Relationship Id="rId4" Type="http://schemas.openxmlformats.org/officeDocument/2006/relationships/image" Target="../media/image3.png"/><Relationship Id="rId9" Type="http://schemas.openxmlformats.org/officeDocument/2006/relationships/slide" Target="/ppt/slides/slide3.xml"/><Relationship Id="rId5" Type="http://schemas.openxmlformats.org/officeDocument/2006/relationships/slide" Target="/ppt/slides/slide7.xml"/><Relationship Id="rId6" Type="http://schemas.openxmlformats.org/officeDocument/2006/relationships/image" Target="../media/image2.png"/><Relationship Id="rId7" Type="http://schemas.openxmlformats.org/officeDocument/2006/relationships/slide" Target="/ppt/slides/slide6.xml"/><Relationship Id="rId8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10.xml"/><Relationship Id="rId10" Type="http://schemas.openxmlformats.org/officeDocument/2006/relationships/slide" Target="/ppt/slides/slide1.xml"/><Relationship Id="rId12" Type="http://schemas.openxmlformats.org/officeDocument/2006/relationships/slide" Target="/ppt/slides/slide4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slide" Target="/ppt/slides/slide9.xml"/><Relationship Id="rId4" Type="http://schemas.openxmlformats.org/officeDocument/2006/relationships/image" Target="../media/image3.png"/><Relationship Id="rId9" Type="http://schemas.openxmlformats.org/officeDocument/2006/relationships/slide" Target="/ppt/slides/slide3.xml"/><Relationship Id="rId5" Type="http://schemas.openxmlformats.org/officeDocument/2006/relationships/slide" Target="/ppt/slides/slide7.xml"/><Relationship Id="rId6" Type="http://schemas.openxmlformats.org/officeDocument/2006/relationships/image" Target="../media/image2.png"/><Relationship Id="rId7" Type="http://schemas.openxmlformats.org/officeDocument/2006/relationships/slide" Target="/ppt/slides/slide6.xml"/><Relationship Id="rId8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0" Type="http://schemas.openxmlformats.org/officeDocument/2006/relationships/image" Target="../media/image8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slide" Target="/ppt/slides/slide1.xml"/><Relationship Id="rId4" Type="http://schemas.openxmlformats.org/officeDocument/2006/relationships/image" Target="../media/image2.png"/><Relationship Id="rId9" Type="http://schemas.openxmlformats.org/officeDocument/2006/relationships/slide" Target="/ppt/slides/slide6.xml"/><Relationship Id="rId5" Type="http://schemas.openxmlformats.org/officeDocument/2006/relationships/image" Target="../media/image4.png"/><Relationship Id="rId6" Type="http://schemas.openxmlformats.org/officeDocument/2006/relationships/hyperlink" Target="http://poagygs.blogspot.com" TargetMode="External"/><Relationship Id="rId7" Type="http://schemas.openxmlformats.org/officeDocument/2006/relationships/slide" Target="/ppt/slides/slide1.xml"/><Relationship Id="rId8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0" Type="http://schemas.openxmlformats.org/officeDocument/2006/relationships/image" Target="../media/image8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slide" Target="/ppt/slides/slide1.xml"/><Relationship Id="rId4" Type="http://schemas.openxmlformats.org/officeDocument/2006/relationships/image" Target="../media/image2.png"/><Relationship Id="rId9" Type="http://schemas.openxmlformats.org/officeDocument/2006/relationships/slide" Target="/ppt/slides/slide6.xml"/><Relationship Id="rId5" Type="http://schemas.openxmlformats.org/officeDocument/2006/relationships/image" Target="../media/image4.png"/><Relationship Id="rId6" Type="http://schemas.openxmlformats.org/officeDocument/2006/relationships/slide" Target="/ppt/slides/slide1.xml"/><Relationship Id="rId7" Type="http://schemas.openxmlformats.org/officeDocument/2006/relationships/slide" Target="/ppt/slides/slide8.xml"/><Relationship Id="rId8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0" Type="http://schemas.openxmlformats.org/officeDocument/2006/relationships/image" Target="../media/image8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slide" Target="/ppt/slides/slide1.xml"/><Relationship Id="rId4" Type="http://schemas.openxmlformats.org/officeDocument/2006/relationships/image" Target="../media/image2.png"/><Relationship Id="rId9" Type="http://schemas.openxmlformats.org/officeDocument/2006/relationships/slide" Target="/ppt/slides/slide6.xml"/><Relationship Id="rId5" Type="http://schemas.openxmlformats.org/officeDocument/2006/relationships/image" Target="../media/image4.png"/><Relationship Id="rId6" Type="http://schemas.openxmlformats.org/officeDocument/2006/relationships/slide" Target="/ppt/slides/slide1.xml"/><Relationship Id="rId7" Type="http://schemas.openxmlformats.org/officeDocument/2006/relationships/slide" Target="/ppt/slides/slide7.xml"/><Relationship Id="rId8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1" Type="http://schemas.openxmlformats.org/officeDocument/2006/relationships/image" Target="../media/image12.png"/><Relationship Id="rId10" Type="http://schemas.openxmlformats.org/officeDocument/2006/relationships/image" Target="../media/image13.png"/><Relationship Id="rId13" Type="http://schemas.openxmlformats.org/officeDocument/2006/relationships/image" Target="../media/image8.png"/><Relationship Id="rId12" Type="http://schemas.openxmlformats.org/officeDocument/2006/relationships/slide" Target="/ppt/slides/slide6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9" Type="http://schemas.openxmlformats.org/officeDocument/2006/relationships/hyperlink" Target="https://docs.google.com/presentation/d/e/2PACX-1vR6Qxb3Rts71-iPgfpWOz7AoAY_sdAd8BmgQR9PllxtEBaCF6HMiNtCKJd1PRPGAAYpTHyXLeVxsTqO/pub?start=false&amp;loop=false&amp;delayms=3000" TargetMode="External"/><Relationship Id="rId15" Type="http://schemas.openxmlformats.org/officeDocument/2006/relationships/image" Target="../media/image7.png"/><Relationship Id="rId14" Type="http://schemas.openxmlformats.org/officeDocument/2006/relationships/slide" Target="/ppt/slides/slide1.xml"/><Relationship Id="rId5" Type="http://schemas.openxmlformats.org/officeDocument/2006/relationships/slide" Target="/ppt/slides/slide1.xml"/><Relationship Id="rId6" Type="http://schemas.openxmlformats.org/officeDocument/2006/relationships/image" Target="../media/image9.png"/><Relationship Id="rId7" Type="http://schemas.openxmlformats.org/officeDocument/2006/relationships/hyperlink" Target="https://sites.google.com/view/poagygs/poagy-gs-2/" TargetMode="External"/><Relationship Id="rId8" Type="http://schemas.openxmlformats.org/officeDocument/2006/relationships/hyperlink" Target="https://sites.google.com/view/poagygs/poagy-gs-2/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slide" Target="/ppt/slides/slide2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slide" Target="/ppt/slides/slide12.xml"/><Relationship Id="rId4" Type="http://schemas.openxmlformats.org/officeDocument/2006/relationships/slide" Target="/ppt/slides/slide11.xml"/><Relationship Id="rId5" Type="http://schemas.openxmlformats.org/officeDocument/2006/relationships/slide" Target="/ppt/slides/slide2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jpg"/><Relationship Id="rId4" Type="http://schemas.openxmlformats.org/officeDocument/2006/relationships/slide" Target="/ppt/slides/slide13.xml"/><Relationship Id="rId5" Type="http://schemas.openxmlformats.org/officeDocument/2006/relationships/slide" Target="/ppt/slides/slide14.xml"/><Relationship Id="rId6" Type="http://schemas.openxmlformats.org/officeDocument/2006/relationships/slide" Target="/ppt/slides/slide15.xml"/><Relationship Id="rId7" Type="http://schemas.openxmlformats.org/officeDocument/2006/relationships/slide" Target="/ppt/slides/slide16.xml"/><Relationship Id="rId8" Type="http://schemas.openxmlformats.org/officeDocument/2006/relationships/slide" Target="/ppt/slides/slide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jpg"/><Relationship Id="rId4" Type="http://schemas.openxmlformats.org/officeDocument/2006/relationships/slide" Target="/ppt/slides/slide10.xml"/><Relationship Id="rId5" Type="http://schemas.openxmlformats.org/officeDocument/2006/relationships/slide" Target="/ppt/slides/slide2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Relationship Id="rId4" Type="http://schemas.openxmlformats.org/officeDocument/2006/relationships/slide" Target="/ppt/slides/slide10.xml"/><Relationship Id="rId5" Type="http://schemas.openxmlformats.org/officeDocument/2006/relationships/slide" Target="/ppt/slides/slide2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jpg"/><Relationship Id="rId4" Type="http://schemas.openxmlformats.org/officeDocument/2006/relationships/slide" Target="/ppt/slides/slide10.xml"/><Relationship Id="rId5" Type="http://schemas.openxmlformats.org/officeDocument/2006/relationships/slide" Target="/ppt/slides/slide2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jpg"/><Relationship Id="rId4" Type="http://schemas.openxmlformats.org/officeDocument/2006/relationships/slide" Target="/ppt/slides/slide10.xml"/><Relationship Id="rId5" Type="http://schemas.openxmlformats.org/officeDocument/2006/relationships/slide" Target="/ppt/slides/slide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/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5"/>
          <p:cNvSpPr/>
          <p:nvPr/>
        </p:nvSpPr>
        <p:spPr>
          <a:xfrm>
            <a:off x="0" y="13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0000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You are on rolling release. Some things will not work as expected.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25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25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25" title="littlepoagy-excited-removebg-preview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5">
            <a:hlinkClick action="ppaction://hlinksldjump" r:id="rId8"/>
          </p:cNvPr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105" name="Google Shape;105;p25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25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7" name="Google Shape;107;p25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25" title="Welcome Back to Big Universe.wav">
            <a:hlinkClick r:id="rId12"/>
          </p:cNvPr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020563" y="0"/>
            <a:ext cx="350400" cy="350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4000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400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6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Google Shape;114;p26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26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26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6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6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6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Poagy pantry defense 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20" name="Google Shape;120;p26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1" name="Google Shape;121;p26"/>
          <p:cNvSpPr/>
          <p:nvPr/>
        </p:nvSpPr>
        <p:spPr>
          <a:xfrm>
            <a:off x="5452200" y="303800"/>
            <a:ext cx="3678300" cy="597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sp>
        <p:nvSpPr>
          <p:cNvPr id="122" name="Google Shape;122;p26">
            <a:hlinkClick action="ppaction://hlinksldjump" r:id="rId9"/>
          </p:cNvPr>
          <p:cNvSpPr/>
          <p:nvPr/>
        </p:nvSpPr>
        <p:spPr>
          <a:xfrm>
            <a:off x="7157825" y="9014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sp>
        <p:nvSpPr>
          <p:cNvPr id="123" name="Google Shape;123;p26"/>
          <p:cNvSpPr txBox="1"/>
          <p:nvPr/>
        </p:nvSpPr>
        <p:spPr>
          <a:xfrm>
            <a:off x="966550" y="4772775"/>
            <a:ext cx="23814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Inter ExtraLight"/>
                <a:ea typeface="Inter ExtraLight"/>
                <a:cs typeface="Inter ExtraLight"/>
                <a:sym typeface="Inter ExtraLight"/>
              </a:rPr>
              <a:t>Processing, please wait.</a:t>
            </a:r>
            <a:endParaRPr>
              <a:solidFill>
                <a:schemeClr val="lt1"/>
              </a:solidFill>
              <a:latin typeface="Inter ExtraLight"/>
              <a:ea typeface="Inter ExtraLight"/>
              <a:cs typeface="Inter ExtraLight"/>
              <a:sym typeface="Inter ExtraLight"/>
            </a:endParaRPr>
          </a:p>
        </p:txBody>
      </p:sp>
      <p:sp>
        <p:nvSpPr>
          <p:cNvPr id="124" name="Google Shape;124;p26">
            <a:hlinkClick action="ppaction://hlinksldjump" r:id="rId10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25" name="Google Shape;125;p26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26" name="Google Shape;126;p26">
            <a:hlinkClick action="ppaction://hlinksldjump" r:id="rId11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27" name="Google Shape;127;p26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"/>
                            </p:stCondLst>
                            <p:childTnLst>
                              <p:par>
                                <p:cTn fill="hold" nodeType="after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3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7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3" name="Google Shape;133;p27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27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27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27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27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27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Poagy pantry defense 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39" name="Google Shape;139;p27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</a:t>
            </a: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0" name="Google Shape;140;p27"/>
          <p:cNvSpPr/>
          <p:nvPr/>
        </p:nvSpPr>
        <p:spPr>
          <a:xfrm>
            <a:off x="5452200" y="303800"/>
            <a:ext cx="3678300" cy="597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sp>
        <p:nvSpPr>
          <p:cNvPr id="141" name="Google Shape;141;p27">
            <a:hlinkClick action="ppaction://hlinksldjump" r:id="rId9"/>
          </p:cNvPr>
          <p:cNvSpPr/>
          <p:nvPr/>
        </p:nvSpPr>
        <p:spPr>
          <a:xfrm>
            <a:off x="7157825" y="9014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</a:t>
            </a:r>
            <a:r>
              <a:rPr lang="en" sz="1200"/>
              <a:t>ltra realistic poagy getting lost simulator</a:t>
            </a:r>
            <a:endParaRPr sz="1200"/>
          </a:p>
        </p:txBody>
      </p:sp>
      <p:sp>
        <p:nvSpPr>
          <p:cNvPr id="142" name="Google Shape;142;p27">
            <a:hlinkClick action="ppaction://hlinksldjump" r:id="rId10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43" name="Google Shape;143;p27">
            <a:hlinkClick action="ppaction://hlinksldjump" r:id="rId11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44" name="Google Shape;144;p27"/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45" name="Google Shape;145;p27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Inter"/>
                <a:ea typeface="Inter"/>
                <a:cs typeface="Inter"/>
                <a:sym typeface="Inter"/>
              </a:rPr>
              <a:t>No badges.</a:t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9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8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1" name="Google Shape;151;p28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28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28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28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8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28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u</a:t>
            </a: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ltra realistic poagy getting lost simulator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57" name="Google Shape;157;p28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v1.5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Jan 11th,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7th,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8" name="Google Shape;158;p28">
            <a:hlinkClick action="ppaction://hlinksldjump" r:id="rId9"/>
          </p:cNvPr>
          <p:cNvSpPr/>
          <p:nvPr/>
        </p:nvSpPr>
        <p:spPr>
          <a:xfrm>
            <a:off x="7213875" y="303800"/>
            <a:ext cx="3678300" cy="597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sp>
        <p:nvSpPr>
          <p:cNvPr id="159" name="Google Shape;159;p28"/>
          <p:cNvSpPr/>
          <p:nvPr/>
        </p:nvSpPr>
        <p:spPr>
          <a:xfrm>
            <a:off x="5452200" y="9014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sp>
        <p:nvSpPr>
          <p:cNvPr id="160" name="Google Shape;160;p28">
            <a:hlinkClick action="ppaction://hlinksldjump" r:id="rId10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61" name="Google Shape;161;p28">
            <a:hlinkClick action="ppaction://hlinksldjump" r:id="rId11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62" name="Google Shape;162;p28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63" name="Google Shape;163;p28">
            <a:hlinkClick action="ppaction://hlinksldjump" r:id="rId12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64" name="Google Shape;164;p28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9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0" name="Google Shape;170;p29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29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9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29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9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29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ultra realistic poagy getting lost simulator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76" name="Google Shape;176;p29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v1.5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Jan 11th,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7th,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7" name="Google Shape;177;p29">
            <a:hlinkClick action="ppaction://hlinksldjump" r:id="rId9"/>
          </p:cNvPr>
          <p:cNvSpPr/>
          <p:nvPr/>
        </p:nvSpPr>
        <p:spPr>
          <a:xfrm>
            <a:off x="7213875" y="303800"/>
            <a:ext cx="3678300" cy="597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sp>
        <p:nvSpPr>
          <p:cNvPr id="178" name="Google Shape;178;p29"/>
          <p:cNvSpPr/>
          <p:nvPr/>
        </p:nvSpPr>
        <p:spPr>
          <a:xfrm>
            <a:off x="5452200" y="9014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sp>
        <p:nvSpPr>
          <p:cNvPr id="179" name="Google Shape;179;p29">
            <a:hlinkClick action="ppaction://hlinksldjump" r:id="rId10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80" name="Google Shape;180;p29">
            <a:hlinkClick action="ppaction://hlinksldjump" r:id="rId11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81" name="Google Shape;181;p29">
            <a:hlinkClick action="ppaction://hlinksldjump" r:id="rId12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82" name="Google Shape;182;p29"/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83" name="Google Shape;183;p29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Inter"/>
                <a:ea typeface="Inter"/>
                <a:cs typeface="Inter"/>
                <a:sym typeface="Inter"/>
              </a:rPr>
              <a:t>No badges.</a:t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0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9" name="Google Shape;189;p30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30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30"/>
          <p:cNvSpPr/>
          <p:nvPr/>
        </p:nvSpPr>
        <p:spPr>
          <a:xfrm>
            <a:off x="2245500" y="-27000"/>
            <a:ext cx="4626000" cy="5197500"/>
          </a:xfrm>
          <a:prstGeom prst="rect">
            <a:avLst/>
          </a:prstGeom>
          <a:solidFill>
            <a:srgbClr val="59595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The news page isn’t finished yet.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In the meantime, check out our </a:t>
            </a:r>
            <a:r>
              <a:rPr lang="en" sz="1200" u="sng">
                <a:solidFill>
                  <a:schemeClr val="hlink"/>
                </a:solidFill>
                <a:latin typeface="Comic Relief"/>
                <a:ea typeface="Comic Relief"/>
                <a:cs typeface="Comic Relief"/>
                <a:sym typeface="Comic Relief"/>
                <a:hlinkClick r:id="rId6"/>
              </a:rPr>
              <a:t>blog</a:t>
            </a: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!</a:t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92" name="Google Shape;192;p30">
            <a:hlinkClick action="ppaction://hlinksldjump" r:id="rId7"/>
          </p:cNvPr>
          <p:cNvSpPr/>
          <p:nvPr/>
        </p:nvSpPr>
        <p:spPr>
          <a:xfrm>
            <a:off x="2247375" y="216250"/>
            <a:ext cx="4626000" cy="4710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News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pic>
        <p:nvPicPr>
          <p:cNvPr id="193" name="Google Shape;193;p30" title="littlepoagy-nobg.png"/>
          <p:cNvPicPr preferRelativeResize="0"/>
          <p:nvPr/>
        </p:nvPicPr>
        <p:blipFill rotWithShape="1">
          <a:blip r:embed="rId8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30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1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0" name="Google Shape;200;p31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31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31"/>
          <p:cNvSpPr/>
          <p:nvPr/>
        </p:nvSpPr>
        <p:spPr>
          <a:xfrm>
            <a:off x="2245500" y="-27000"/>
            <a:ext cx="4626000" cy="5197500"/>
          </a:xfrm>
          <a:prstGeom prst="rect">
            <a:avLst/>
          </a:prstGeom>
          <a:solidFill>
            <a:srgbClr val="59595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20261011.0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11</a:t>
            </a: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th October 2026</a:t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Adds music player</a:t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Continues working on poagy pantry defense</a:t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99999"/>
                </a:solidFill>
                <a:latin typeface="Comic Relief"/>
                <a:ea typeface="Comic Relief"/>
                <a:cs typeface="Comic Relief"/>
                <a:sym typeface="Comic Relief"/>
              </a:rPr>
              <a:t>Previous update (20261007.1):</a:t>
            </a:r>
            <a:endParaRPr sz="1000">
              <a:solidFill>
                <a:srgbClr val="999999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Comic Relief"/>
                <a:ea typeface="Comic Relief"/>
                <a:cs typeface="Comic Relief"/>
                <a:sym typeface="Comic Relief"/>
              </a:rPr>
              <a:t>Small bug fixes</a:t>
            </a:r>
            <a:endParaRPr sz="1000">
              <a:solidFill>
                <a:srgbClr val="999999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Comic Relief"/>
                <a:ea typeface="Comic Relief"/>
                <a:cs typeface="Comic Relief"/>
                <a:sym typeface="Comic Relief"/>
              </a:rPr>
              <a:t>Adds per-game news and badges.</a:t>
            </a:r>
            <a:endParaRPr sz="1000">
              <a:solidFill>
                <a:srgbClr val="999999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999999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03" name="Google Shape;203;p31">
            <a:hlinkClick action="ppaction://hlinksldjump" r:id="rId6"/>
          </p:cNvPr>
          <p:cNvSpPr/>
          <p:nvPr/>
        </p:nvSpPr>
        <p:spPr>
          <a:xfrm>
            <a:off x="2247375" y="216250"/>
            <a:ext cx="4626000" cy="4710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Changelog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204" name="Google Shape;204;p31"/>
          <p:cNvSpPr/>
          <p:nvPr/>
        </p:nvSpPr>
        <p:spPr>
          <a:xfrm>
            <a:off x="2245500" y="687250"/>
            <a:ext cx="2313000" cy="257100"/>
          </a:xfrm>
          <a:prstGeom prst="rect">
            <a:avLst/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Rolling</a:t>
            </a:r>
            <a:endParaRPr sz="800"/>
          </a:p>
        </p:txBody>
      </p:sp>
      <p:sp>
        <p:nvSpPr>
          <p:cNvPr id="205" name="Google Shape;205;p31">
            <a:hlinkClick action="ppaction://hlinksldjump" r:id="rId7"/>
          </p:cNvPr>
          <p:cNvSpPr/>
          <p:nvPr/>
        </p:nvSpPr>
        <p:spPr>
          <a:xfrm>
            <a:off x="4558500" y="687250"/>
            <a:ext cx="2313000" cy="257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Dev Release</a:t>
            </a:r>
            <a:endParaRPr sz="800"/>
          </a:p>
        </p:txBody>
      </p:sp>
      <p:pic>
        <p:nvPicPr>
          <p:cNvPr id="206" name="Google Shape;206;p31" title="littlepoagy-nobg.png"/>
          <p:cNvPicPr preferRelativeResize="0"/>
          <p:nvPr/>
        </p:nvPicPr>
        <p:blipFill rotWithShape="1">
          <a:blip r:embed="rId8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31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2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3" name="Google Shape;213;p32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32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32"/>
          <p:cNvSpPr/>
          <p:nvPr/>
        </p:nvSpPr>
        <p:spPr>
          <a:xfrm>
            <a:off x="2245500" y="-27000"/>
            <a:ext cx="4626000" cy="5197500"/>
          </a:xfrm>
          <a:prstGeom prst="rect">
            <a:avLst/>
          </a:prstGeom>
          <a:solidFill>
            <a:srgbClr val="59595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No data.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16" name="Google Shape;216;p32">
            <a:hlinkClick action="ppaction://hlinksldjump" r:id="rId6"/>
          </p:cNvPr>
          <p:cNvSpPr/>
          <p:nvPr/>
        </p:nvSpPr>
        <p:spPr>
          <a:xfrm>
            <a:off x="2247375" y="216250"/>
            <a:ext cx="4626000" cy="4710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Changelog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217" name="Google Shape;217;p32">
            <a:hlinkClick action="ppaction://hlinksldjump" r:id="rId7"/>
          </p:cNvPr>
          <p:cNvSpPr/>
          <p:nvPr/>
        </p:nvSpPr>
        <p:spPr>
          <a:xfrm>
            <a:off x="2245500" y="687250"/>
            <a:ext cx="2313000" cy="257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Rolling</a:t>
            </a:r>
            <a:endParaRPr sz="800"/>
          </a:p>
        </p:txBody>
      </p:sp>
      <p:sp>
        <p:nvSpPr>
          <p:cNvPr id="218" name="Google Shape;218;p32"/>
          <p:cNvSpPr/>
          <p:nvPr/>
        </p:nvSpPr>
        <p:spPr>
          <a:xfrm>
            <a:off x="4558500" y="687250"/>
            <a:ext cx="2313000" cy="257100"/>
          </a:xfrm>
          <a:prstGeom prst="rect">
            <a:avLst/>
          </a:prstGeom>
          <a:gradFill>
            <a:gsLst>
              <a:gs pos="0">
                <a:srgbClr val="FDECDB"/>
              </a:gs>
              <a:gs pos="100000">
                <a:srgbClr val="F0AA6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Dev Release</a:t>
            </a:r>
            <a:endParaRPr sz="800"/>
          </a:p>
        </p:txBody>
      </p:sp>
      <p:pic>
        <p:nvPicPr>
          <p:cNvPr id="219" name="Google Shape;219;p32" title="littlepoagy-nobg.png"/>
          <p:cNvPicPr preferRelativeResize="0"/>
          <p:nvPr/>
        </p:nvPicPr>
        <p:blipFill rotWithShape="1">
          <a:blip r:embed="rId8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32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3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6" name="Google Shape;226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33" title="littlepoagy-excited-removebg-preview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33"/>
          <p:cNvSpPr/>
          <p:nvPr/>
        </p:nvSpPr>
        <p:spPr>
          <a:xfrm>
            <a:off x="13500" y="350400"/>
            <a:ext cx="3032400" cy="47931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>
                <a:solidFill>
                  <a:srgbClr val="FF00FF"/>
                </a:solidFill>
                <a:latin typeface="Comic Relief"/>
                <a:ea typeface="Comic Relief"/>
                <a:cs typeface="Comic Relief"/>
                <a:sym typeface="Comic Relief"/>
              </a:rPr>
              <a:t>poagy</a:t>
            </a:r>
            <a:r>
              <a:rPr lang="en" sz="1800">
                <a:solidFill>
                  <a:srgbClr val="FF9900"/>
                </a:solidFill>
                <a:latin typeface="Comic Relief"/>
                <a:ea typeface="Comic Relief"/>
                <a:cs typeface="Comic Relief"/>
                <a:sym typeface="Comic Relief"/>
              </a:rPr>
              <a:t>.gs</a:t>
            </a:r>
            <a:r>
              <a:rPr lang="en" sz="1800">
                <a:solidFill>
                  <a:srgbClr val="00FF00"/>
                </a:solidFill>
                <a:latin typeface="Pacifico"/>
                <a:ea typeface="Pacifico"/>
                <a:cs typeface="Pacifico"/>
                <a:sym typeface="Pacifico"/>
              </a:rPr>
              <a:t>+</a:t>
            </a:r>
            <a:endParaRPr sz="1800">
              <a:solidFill>
                <a:srgbClr val="00FF00"/>
              </a:solidFill>
              <a:latin typeface="Pacifico"/>
              <a:ea typeface="Pacifico"/>
              <a:cs typeface="Pacifico"/>
              <a:sym typeface="Pacific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 poagy game library.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229" name="Google Shape;229;p33" title="littlepoagy-cool-removebg-preview.png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25877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33">
            <a:hlinkClick r:id="rId7"/>
          </p:cNvPr>
          <p:cNvSpPr/>
          <p:nvPr/>
        </p:nvSpPr>
        <p:spPr>
          <a:xfrm>
            <a:off x="38625" y="11430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Site</a:t>
            </a:r>
            <a:endParaRPr sz="1200"/>
          </a:p>
        </p:txBody>
      </p:sp>
      <p:sp>
        <p:nvSpPr>
          <p:cNvPr id="231" name="Google Shape;231;p33">
            <a:hlinkClick r:id="rId8"/>
          </p:cNvPr>
          <p:cNvSpPr/>
          <p:nvPr/>
        </p:nvSpPr>
        <p:spPr>
          <a:xfrm>
            <a:off x="39150" y="16352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6DB"/>
              </a:gs>
              <a:gs pos="100000">
                <a:srgbClr val="FAD15C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Learn more about poagy.gs+</a:t>
            </a:r>
            <a:endParaRPr sz="1200"/>
          </a:p>
        </p:txBody>
      </p:sp>
      <p:sp>
        <p:nvSpPr>
          <p:cNvPr id="232" name="Google Shape;232;p33">
            <a:hlinkClick r:id="rId9"/>
          </p:cNvPr>
          <p:cNvSpPr/>
          <p:nvPr/>
        </p:nvSpPr>
        <p:spPr>
          <a:xfrm>
            <a:off x="39150" y="21274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Try the original poagy.gs</a:t>
            </a:r>
            <a:endParaRPr sz="1200"/>
          </a:p>
        </p:txBody>
      </p:sp>
      <p:sp>
        <p:nvSpPr>
          <p:cNvPr id="233" name="Google Shape;233;p33"/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234" name="Google Shape;234;p33" title="littlepoagy-cool-removebg-previe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96175" y="4101565"/>
            <a:ext cx="257175" cy="346961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33" title="littlepoagy-confused-removebg-preview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401113" y="4098464"/>
            <a:ext cx="257175" cy="353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33" title="littlepoagy-happy-removebg-preview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1706075" y="4101565"/>
            <a:ext cx="257175" cy="346961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33"/>
          <p:cNvSpPr txBox="1"/>
          <p:nvPr/>
        </p:nvSpPr>
        <p:spPr>
          <a:xfrm>
            <a:off x="1065500" y="4538900"/>
            <a:ext cx="897900" cy="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20261011.0-</a:t>
            </a:r>
            <a:r>
              <a:rPr lang="en" sz="600">
                <a:solidFill>
                  <a:srgbClr val="FF0000"/>
                </a:solidFill>
              </a:rPr>
              <a:t>rolling</a:t>
            </a:r>
            <a:endParaRPr sz="600">
              <a:solidFill>
                <a:srgbClr val="FF0000"/>
              </a:solidFill>
            </a:endParaRPr>
          </a:p>
        </p:txBody>
      </p:sp>
      <p:sp>
        <p:nvSpPr>
          <p:cNvPr id="238" name="Google Shape;238;p33"/>
          <p:cNvSpPr txBox="1"/>
          <p:nvPr/>
        </p:nvSpPr>
        <p:spPr>
          <a:xfrm>
            <a:off x="740625" y="4667225"/>
            <a:ext cx="1577100" cy="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PoweredByPoag 2025-2026</a:t>
            </a:r>
            <a:endParaRPr sz="8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239" name="Google Shape;239;p33">
            <a:hlinkClick action="ppaction://hlinksldjump" r:id="rId12"/>
          </p:cNvPr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33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4"/>
          <p:cNvSpPr txBox="1"/>
          <p:nvPr/>
        </p:nvSpPr>
        <p:spPr>
          <a:xfrm>
            <a:off x="2084120" y="1712069"/>
            <a:ext cx="55893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" sz="3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Ultra Realistic Poagy getting lost simulator</a:t>
            </a:r>
            <a:endParaRPr b="0" i="0" sz="3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34"/>
          <p:cNvSpPr txBox="1"/>
          <p:nvPr/>
        </p:nvSpPr>
        <p:spPr>
          <a:xfrm>
            <a:off x="-165146" y="4679700"/>
            <a:ext cx="9144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Click to proceed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34"/>
          <p:cNvSpPr txBox="1"/>
          <p:nvPr/>
        </p:nvSpPr>
        <p:spPr>
          <a:xfrm>
            <a:off x="8325" y="0"/>
            <a:ext cx="2709900" cy="3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v1.5</a:t>
            </a:r>
            <a:endParaRPr b="0" i="0" sz="1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34"/>
          <p:cNvSpPr/>
          <p:nvPr/>
        </p:nvSpPr>
        <p:spPr>
          <a:xfrm>
            <a:off x="8632600" y="106750"/>
            <a:ext cx="346200" cy="340800"/>
          </a:xfrm>
          <a:prstGeom prst="smileyFace">
            <a:avLst>
              <a:gd fmla="val 4653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34">
            <a:hlinkClick action="ppaction://hlinksldjump" r:id="rId3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/>
          <p:nvPr/>
        </p:nvSpPr>
        <p:spPr>
          <a:xfrm>
            <a:off x="2987399" y="536580"/>
            <a:ext cx="3169200" cy="3741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Selection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35">
            <a:hlinkClick action="ppaction://hlinksldjump" r:id="rId3"/>
          </p:cNvPr>
          <p:cNvSpPr/>
          <p:nvPr/>
        </p:nvSpPr>
        <p:spPr>
          <a:xfrm>
            <a:off x="2987400" y="1133500"/>
            <a:ext cx="3169200" cy="7689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Poagy’s Road Dilema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35">
            <a:hlinkClick action="ppaction://hlinksldjump" r:id="rId4"/>
          </p:cNvPr>
          <p:cNvSpPr/>
          <p:nvPr/>
        </p:nvSpPr>
        <p:spPr>
          <a:xfrm>
            <a:off x="2987400" y="1902400"/>
            <a:ext cx="3169200" cy="7689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2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Housing Issues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5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6"/>
          <p:cNvSpPr/>
          <p:nvPr/>
        </p:nvSpPr>
        <p:spPr>
          <a:xfrm>
            <a:off x="152425" y="18472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36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36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5" name="Google Shape;265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3559890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6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You arrive at a 4 way intersection. You can go right, which looks like a nice clean path, left, a path with a tree you have to climb over, and straight, a path with a door at the end labeled “pantry”. What do you choose?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36">
            <a:hlinkClick action="ppaction://hlinksldjump" r:id="rId4"/>
          </p:cNvPr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36">
            <a:hlinkClick action="ppaction://hlinksldjump" r:id="rId5"/>
          </p:cNvPr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36">
            <a:hlinkClick action="ppaction://hlinksldjump" r:id="rId6"/>
          </p:cNvPr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36">
            <a:hlinkClick action="ppaction://hlinksldjump" r:id="rId7"/>
          </p:cNvPr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36"/>
          <p:cNvSpPr txBox="1"/>
          <p:nvPr/>
        </p:nvSpPr>
        <p:spPr>
          <a:xfrm>
            <a:off x="-109117" y="2296042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Road Rd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36">
            <a:hlinkClick action="ppaction://hlinksldjump" r:id="rId8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30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300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37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37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37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37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1" name="Google Shape;281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37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left… and shuts down because climbing is too hard.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37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37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37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37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87" name="Google Shape;287;p37"/>
          <p:cNvGrpSpPr/>
          <p:nvPr/>
        </p:nvGrpSpPr>
        <p:grpSpPr>
          <a:xfrm>
            <a:off x="2509078" y="1239250"/>
            <a:ext cx="4430700" cy="2676600"/>
            <a:chOff x="553878" y="-588850"/>
            <a:chExt cx="4430700" cy="2676600"/>
          </a:xfrm>
        </p:grpSpPr>
        <p:sp>
          <p:nvSpPr>
            <p:cNvPr id="288" name="Google Shape;288;p37"/>
            <p:cNvSpPr/>
            <p:nvPr/>
          </p:nvSpPr>
          <p:spPr>
            <a:xfrm>
              <a:off x="553878" y="-588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bad at climbing. What did you expect?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" name="Google Shape;289;p37">
              <a:hlinkClick action="ppaction://hlinksldjump" r:id="rId4"/>
            </p:cNvPr>
            <p:cNvSpPr/>
            <p:nvPr/>
          </p:nvSpPr>
          <p:spPr>
            <a:xfrm>
              <a:off x="2045325" y="13806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90" name="Google Shape;290;p37"/>
          <p:cNvSpPr/>
          <p:nvPr/>
        </p:nvSpPr>
        <p:spPr>
          <a:xfrm>
            <a:off x="6035050" y="-845825"/>
            <a:ext cx="1908900" cy="388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37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8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2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8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38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38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38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0" name="Google Shape;300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38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right… and just flops over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38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38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38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38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06" name="Google Shape;306;p38"/>
          <p:cNvGrpSpPr/>
          <p:nvPr/>
        </p:nvGrpSpPr>
        <p:grpSpPr>
          <a:xfrm>
            <a:off x="2509078" y="1239250"/>
            <a:ext cx="4430700" cy="2676600"/>
            <a:chOff x="904078" y="-238675"/>
            <a:chExt cx="4430700" cy="2676600"/>
          </a:xfrm>
        </p:grpSpPr>
        <p:sp>
          <p:nvSpPr>
            <p:cNvPr id="307" name="Google Shape;307;p38"/>
            <p:cNvSpPr/>
            <p:nvPr/>
          </p:nvSpPr>
          <p:spPr>
            <a:xfrm>
              <a:off x="904078" y="-238675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lazy.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" name="Google Shape;308;p38">
              <a:hlinkClick action="ppaction://hlinksldjump" r:id="rId4"/>
            </p:cNvPr>
            <p:cNvSpPr/>
            <p:nvPr/>
          </p:nvSpPr>
          <p:spPr>
            <a:xfrm>
              <a:off x="2395525" y="1666325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09" name="Google Shape;309;p38"/>
          <p:cNvSpPr/>
          <p:nvPr/>
        </p:nvSpPr>
        <p:spPr>
          <a:xfrm>
            <a:off x="6252200" y="-1131575"/>
            <a:ext cx="19431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38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2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3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3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39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39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39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39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9" name="Google Shape;31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39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straight… and gets distracted by the lure of an amazing exquisite pantry full of food.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39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39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39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39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25" name="Google Shape;325;p39"/>
          <p:cNvGrpSpPr/>
          <p:nvPr/>
        </p:nvGrpSpPr>
        <p:grpSpPr>
          <a:xfrm>
            <a:off x="2509078" y="1239250"/>
            <a:ext cx="4430700" cy="2676600"/>
            <a:chOff x="2509078" y="1232850"/>
            <a:chExt cx="4430700" cy="2676600"/>
          </a:xfrm>
        </p:grpSpPr>
        <p:sp>
          <p:nvSpPr>
            <p:cNvPr id="326" name="Google Shape;326;p39"/>
            <p:cNvSpPr/>
            <p:nvPr/>
          </p:nvSpPr>
          <p:spPr>
            <a:xfrm>
              <a:off x="2509078" y="1232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practically a pantry vacuum.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7" name="Google Shape;327;p39">
              <a:hlinkClick action="ppaction://hlinksldjump" r:id="rId4"/>
            </p:cNvPr>
            <p:cNvSpPr/>
            <p:nvPr/>
          </p:nvSpPr>
          <p:spPr>
            <a:xfrm>
              <a:off x="4058725" y="30950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28" name="Google Shape;328;p39"/>
          <p:cNvSpPr/>
          <p:nvPr/>
        </p:nvSpPr>
        <p:spPr>
          <a:xfrm>
            <a:off x="4834900" y="-1531625"/>
            <a:ext cx="2263200" cy="550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39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3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3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0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40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40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40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8" name="Google Shape;338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478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40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You throw a piece of food down the clean path, and Poagy makes it!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40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40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40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40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44" name="Google Shape;344;p40"/>
          <p:cNvGrpSpPr/>
          <p:nvPr/>
        </p:nvGrpSpPr>
        <p:grpSpPr>
          <a:xfrm>
            <a:off x="2509078" y="1239250"/>
            <a:ext cx="4430700" cy="2676600"/>
            <a:chOff x="2509078" y="1232850"/>
            <a:chExt cx="4430700" cy="2676600"/>
          </a:xfrm>
        </p:grpSpPr>
        <p:sp>
          <p:nvSpPr>
            <p:cNvPr id="345" name="Google Shape;345;p40"/>
            <p:cNvSpPr/>
            <p:nvPr/>
          </p:nvSpPr>
          <p:spPr>
            <a:xfrm>
              <a:off x="2509078" y="1232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Nice one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successfully made it!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" name="Google Shape;346;p40">
              <a:hlinkClick action="ppaction://hlinksldjump" r:id="rId4"/>
            </p:cNvPr>
            <p:cNvSpPr/>
            <p:nvPr/>
          </p:nvSpPr>
          <p:spPr>
            <a:xfrm>
              <a:off x="4058725" y="30950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Continue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47" name="Google Shape;347;p40"/>
          <p:cNvSpPr/>
          <p:nvPr/>
        </p:nvSpPr>
        <p:spPr>
          <a:xfrm>
            <a:off x="4834900" y="-640075"/>
            <a:ext cx="2583300" cy="434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40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2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3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3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