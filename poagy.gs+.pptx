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Inter"/>
      <p:regular r:id="rId33"/>
      <p:bold r:id="rId34"/>
      <p:italic r:id="rId35"/>
      <p:boldItalic r:id="rId36"/>
    </p:embeddedFont>
    <p:embeddedFont>
      <p:font typeface="Pacifico"/>
      <p:regular r:id="rId37"/>
    </p:embeddedFont>
    <p:embeddedFont>
      <p:font typeface="Lexend"/>
      <p:regular r:id="rId38"/>
      <p:bold r:id="rId39"/>
    </p:embeddedFont>
    <p:embeddedFont>
      <p:font typeface="Oswald"/>
      <p:regular r:id="rId40"/>
      <p:bold r:id="rId41"/>
    </p:embeddedFont>
    <p:embeddedFont>
      <p:font typeface="Inter ExtraLight"/>
      <p:regular r:id="rId42"/>
      <p:bold r:id="rId43"/>
      <p:italic r:id="rId44"/>
      <p:boldItalic r:id="rId45"/>
    </p:embeddedFont>
    <p:embeddedFont>
      <p:font typeface="Comic Relief"/>
      <p:regular r:id="rId46"/>
      <p:bold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swald-regular.fntdata"/><Relationship Id="rId20" Type="http://schemas.openxmlformats.org/officeDocument/2006/relationships/slide" Target="slides/slide14.xml"/><Relationship Id="rId42" Type="http://schemas.openxmlformats.org/officeDocument/2006/relationships/font" Target="fonts/InterExtraLight-regular.fntdata"/><Relationship Id="rId41" Type="http://schemas.openxmlformats.org/officeDocument/2006/relationships/font" Target="fonts/Oswald-bold.fntdata"/><Relationship Id="rId22" Type="http://schemas.openxmlformats.org/officeDocument/2006/relationships/slide" Target="slides/slide16.xml"/><Relationship Id="rId44" Type="http://schemas.openxmlformats.org/officeDocument/2006/relationships/font" Target="fonts/InterExtraLight-italic.fntdata"/><Relationship Id="rId21" Type="http://schemas.openxmlformats.org/officeDocument/2006/relationships/slide" Target="slides/slide15.xml"/><Relationship Id="rId43" Type="http://schemas.openxmlformats.org/officeDocument/2006/relationships/font" Target="fonts/InterExtraLight-bold.fntdata"/><Relationship Id="rId24" Type="http://schemas.openxmlformats.org/officeDocument/2006/relationships/slide" Target="slides/slide18.xml"/><Relationship Id="rId46" Type="http://schemas.openxmlformats.org/officeDocument/2006/relationships/font" Target="fonts/ComicRelief-regular.fntdata"/><Relationship Id="rId23" Type="http://schemas.openxmlformats.org/officeDocument/2006/relationships/slide" Target="slides/slide17.xml"/><Relationship Id="rId45" Type="http://schemas.openxmlformats.org/officeDocument/2006/relationships/font" Target="fonts/InterExtraLight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47" Type="http://schemas.openxmlformats.org/officeDocument/2006/relationships/font" Target="fonts/ComicRelief-bold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Inter-regular.fntdata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font" Target="fonts/Inter-italic.fntdata"/><Relationship Id="rId12" Type="http://schemas.openxmlformats.org/officeDocument/2006/relationships/slide" Target="slides/slide6.xml"/><Relationship Id="rId34" Type="http://schemas.openxmlformats.org/officeDocument/2006/relationships/font" Target="fonts/Inter-bold.fntdata"/><Relationship Id="rId15" Type="http://schemas.openxmlformats.org/officeDocument/2006/relationships/slide" Target="slides/slide9.xml"/><Relationship Id="rId37" Type="http://schemas.openxmlformats.org/officeDocument/2006/relationships/font" Target="fonts/Pacifico-regular.fntdata"/><Relationship Id="rId14" Type="http://schemas.openxmlformats.org/officeDocument/2006/relationships/slide" Target="slides/slide8.xml"/><Relationship Id="rId36" Type="http://schemas.openxmlformats.org/officeDocument/2006/relationships/font" Target="fonts/Inter-boldItalic.fntdata"/><Relationship Id="rId17" Type="http://schemas.openxmlformats.org/officeDocument/2006/relationships/slide" Target="slides/slide11.xml"/><Relationship Id="rId39" Type="http://schemas.openxmlformats.org/officeDocument/2006/relationships/font" Target="fonts/Lexend-bold.fntdata"/><Relationship Id="rId16" Type="http://schemas.openxmlformats.org/officeDocument/2006/relationships/slide" Target="slides/slide10.xml"/><Relationship Id="rId38" Type="http://schemas.openxmlformats.org/officeDocument/2006/relationships/font" Target="fonts/Lexend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8" name="Google Shape;428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6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6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image" Target="../media/image4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slide" Target="/ppt/slides/slide3.xml"/><Relationship Id="rId13" Type="http://schemas.openxmlformats.org/officeDocument/2006/relationships/slide" Target="/ppt/slides/slide2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4" Type="http://schemas.openxmlformats.org/officeDocument/2006/relationships/image" Target="../media/image7.png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.xml"/><Relationship Id="rId13" Type="http://schemas.openxmlformats.org/officeDocument/2006/relationships/slide" Target="/ppt/slides/slide3.xml"/><Relationship Id="rId12" Type="http://schemas.openxmlformats.org/officeDocument/2006/relationships/slide" Target="/ppt/slides/slide10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14" Type="http://schemas.openxmlformats.org/officeDocument/2006/relationships/image" Target="../media/image7.png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9.xml"/><Relationship Id="rId10" Type="http://schemas.openxmlformats.org/officeDocument/2006/relationships/slide" Target="/ppt/slides/slide1.xml"/><Relationship Id="rId13" Type="http://schemas.openxmlformats.org/officeDocument/2006/relationships/slide" Target="/ppt/slides/slide4.xml"/><Relationship Id="rId12" Type="http://schemas.openxmlformats.org/officeDocument/2006/relationships/slide" Target="/ppt/slides/slide5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14" Type="http://schemas.openxmlformats.org/officeDocument/2006/relationships/image" Target="../media/image7.png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19.xml"/><Relationship Id="rId13" Type="http://schemas.openxmlformats.org/officeDocument/2006/relationships/slide" Target="/ppt/slides/slide5.xml"/><Relationship Id="rId12" Type="http://schemas.openxmlformats.org/officeDocument/2006/relationships/slide" Target="/ppt/slides/slide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4" Type="http://schemas.openxmlformats.org/officeDocument/2006/relationships/image" Target="../media/image7.png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6.xml"/><Relationship Id="rId10" Type="http://schemas.openxmlformats.org/officeDocument/2006/relationships/image" Target="../media/image6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hyperlink" Target="http://poagygs.blogspot.com" TargetMode="External"/><Relationship Id="rId7" Type="http://schemas.openxmlformats.org/officeDocument/2006/relationships/slide" Target="/ppt/slides/slide1.xml"/><Relationship Id="rId8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7.xml"/><Relationship Id="rId10" Type="http://schemas.openxmlformats.org/officeDocument/2006/relationships/image" Target="../media/image6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8.xml"/><Relationship Id="rId8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6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7.xml"/><Relationship Id="rId8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.png"/><Relationship Id="rId10" Type="http://schemas.openxmlformats.org/officeDocument/2006/relationships/image" Target="../media/image8.png"/><Relationship Id="rId13" Type="http://schemas.openxmlformats.org/officeDocument/2006/relationships/image" Target="../media/image6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7.png"/><Relationship Id="rId14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jpg"/><Relationship Id="rId4" Type="http://schemas.openxmlformats.org/officeDocument/2006/relationships/slide" Target="/ppt/slides/slide11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Relationship Id="rId4" Type="http://schemas.openxmlformats.org/officeDocument/2006/relationships/slide" Target="/ppt/slides/slide12.xml"/><Relationship Id="rId5" Type="http://schemas.openxmlformats.org/officeDocument/2006/relationships/slide" Target="/ppt/slides/slide16.xml"/><Relationship Id="rId6" Type="http://schemas.openxmlformats.org/officeDocument/2006/relationships/image" Target="../media/image9.png"/><Relationship Id="rId7" Type="http://schemas.openxmlformats.org/officeDocument/2006/relationships/slide" Target="/ppt/slides/slide2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Relationship Id="rId4" Type="http://schemas.openxmlformats.org/officeDocument/2006/relationships/slide" Target="/ppt/slides/slide15.xml"/><Relationship Id="rId5" Type="http://schemas.openxmlformats.org/officeDocument/2006/relationships/slide" Target="/ppt/slides/slide13.xml"/><Relationship Id="rId6" Type="http://schemas.openxmlformats.org/officeDocument/2006/relationships/image" Target="../media/image9.png"/><Relationship Id="rId7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g"/><Relationship Id="rId4" Type="http://schemas.openxmlformats.org/officeDocument/2006/relationships/slide" Target="/ppt/slides/slide14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Relationship Id="rId4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Relationship Id="rId4" Type="http://schemas.openxmlformats.org/officeDocument/2006/relationships/slide" Target="/ppt/slides/slide17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jpg"/><Relationship Id="rId4" Type="http://schemas.openxmlformats.org/officeDocument/2006/relationships/slide" Target="/ppt/slides/slide18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jpg"/><Relationship Id="rId4" Type="http://schemas.openxmlformats.org/officeDocument/2006/relationships/slide" Target="/ppt/slides/slide2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slide" Target="/ppt/slides/slide21.xml"/><Relationship Id="rId4" Type="http://schemas.openxmlformats.org/officeDocument/2006/relationships/slide" Target="/ppt/slides/slide20.xml"/><Relationship Id="rId5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3.xml"/><Relationship Id="rId6" Type="http://schemas.openxmlformats.org/officeDocument/2006/relationships/slide" Target="/ppt/slides/slide24.xml"/><Relationship Id="rId7" Type="http://schemas.openxmlformats.org/officeDocument/2006/relationships/slide" Target="/ppt/slides/slide25.xml"/><Relationship Id="rId8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7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/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5" name="Google Shape;105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1" name="Google Shape;141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2" name="Google Shape;142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3" name="Google Shape;143;p27">
            <a:hlinkClick action="ppaction://hlinksldjump" r:id="rId9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</a:t>
            </a:r>
            <a:r>
              <a:rPr lang="en" sz="1200"/>
              <a:t>ltra realistic poagy getting lost simulator</a:t>
            </a:r>
            <a:endParaRPr sz="1200"/>
          </a:p>
        </p:txBody>
      </p:sp>
      <p:sp>
        <p:nvSpPr>
          <p:cNvPr id="144" name="Google Shape;144;p27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5" name="Google Shape;145;p27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6" name="Google Shape;146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7" name="Google Shape;147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27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49" name="Google Shape;149;p27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1" name="Google Shape;151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8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3" name="Google Shape;163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28">
            <a:hlinkClick action="ppaction://hlinksldjump" r:id="rId9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5" name="Google Shape;165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6" name="Google Shape;166;p28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7" name="Google Shape;167;p28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68" name="Google Shape;168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69" name="Google Shape;169;p28">
            <a:hlinkClick action="ppaction://hlinksldjump" r:id="rId12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0" name="Google Shape;170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1" name="Google Shape;171;p28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" name="Google Shape;178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9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4" name="Google Shape;184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29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6" name="Google Shape;186;p29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87" name="Google Shape;187;p29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88" name="Google Shape;188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89" name="Google Shape;189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>
            <a:hlinkClick action="ppaction://hlinksldjump" r:id="rId12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1" name="Google Shape;191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2" name="Google Shape;192;p29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30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30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The news page isn’t finished yet.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In the meantime, check out our </a:t>
            </a:r>
            <a:r>
              <a:rPr lang="en" sz="1200" u="sng">
                <a:solidFill>
                  <a:schemeClr val="hlink"/>
                </a:solidFill>
                <a:latin typeface="Comic Relief"/>
                <a:ea typeface="Comic Relief"/>
                <a:cs typeface="Comic Relief"/>
                <a:sym typeface="Comic Relief"/>
                <a:hlinkClick r:id="rId6"/>
              </a:rPr>
              <a:t>blog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!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02" name="Google Shape;202;p30">
            <a:hlinkClick action="ppaction://hlinksldjump" r:id="rId7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News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203" name="Google Shape;203;p30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30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1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1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2026.1013.1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13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game source &amp; colors for certain games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(20261013.0):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Ports some conversations from poagy.gs classic.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4" name="Google Shape;214;p31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15" name="Google Shape;215;p31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16" name="Google Shape;216;p31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17" name="Google Shape;217;p31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31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31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5" name="Google Shape;225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2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28" name="Google Shape;228;p32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29" name="Google Shape;229;p32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30" name="Google Shape;230;p32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31" name="Google Shape;231;p32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32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Google Shape;23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3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3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42" name="Google Shape;242;p33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3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44" name="Google Shape;244;p33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45" name="Google Shape;245;p33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46" name="Google Shape;246;p33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47" name="Google Shape;247;p33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3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3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3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20261013.1-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51" name="Google Shape;251;p33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52" name="Google Shape;252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3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3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260" name="Google Shape;260;p34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261" name="Google Shape;261;p3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269" name="Google Shape;269;p35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270" name="Google Shape;270;p35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271" name="Google Shape;271;p35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5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6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78" name="Google Shape;278;p36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279" name="Google Shape;279;p36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280" name="Google Shape;280;p36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281" name="Google Shape;281;p36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6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88" name="Google Shape;288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289" name="Google Shape;289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290" name="Google Shape;290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297" name="Google Shape;297;p38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298" name="Google Shape;298;p38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04" name="Google Shape;304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05" name="Google Shape;305;p3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12" name="Google Shape;312;p40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13" name="Google Shape;313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1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0" name="Google Shape;320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21" name="Google Shape;321;p41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22" name="Google Shape;322;p41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23" name="Google Shape;323;p41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41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2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0" name="Google Shape;330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31" name="Google Shape;331;p42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32" name="Google Shape;332;p42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33" name="Google Shape;333;p42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42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4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3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3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3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3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3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4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4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4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4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5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5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5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1" name="Google Shape;361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45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5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5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5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5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5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5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6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6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6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6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7" name="Google Shape;377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46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46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6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6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6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3" name="Google Shape;383;p46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384" name="Google Shape;384;p46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46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6" name="Google Shape;386;p46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6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7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7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7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7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6" name="Google Shape;39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7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7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7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7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7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2" name="Google Shape;402;p47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03" name="Google Shape;403;p47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47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5" name="Google Shape;405;p47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8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8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5" name="Google Shape;415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8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8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48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48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1" name="Google Shape;421;p48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22" name="Google Shape;422;p48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48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4" name="Google Shape;424;p48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4" name="Google Shape;434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0" name="Google Shape;440;p49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41" name="Google Shape;441;p49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49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3" name="Google Shape;443;p49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50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Happy Poagy conversation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451" name="Google Shape;451;p50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52" name="Google Shape;452;p50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453" name="Google Shape;453;p50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50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50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