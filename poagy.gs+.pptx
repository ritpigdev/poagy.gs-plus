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y="5143500" cx="9144000"/>
  <p:notesSz cx="6858000" cy="9144000"/>
  <p:embeddedFontLst>
    <p:embeddedFont>
      <p:font typeface="Inter"/>
      <p:regular r:id="rId38"/>
      <p:bold r:id="rId39"/>
      <p:italic r:id="rId40"/>
      <p:boldItalic r:id="rId41"/>
    </p:embeddedFont>
    <p:embeddedFont>
      <p:font typeface="Pacifico"/>
      <p:regular r:id="rId42"/>
    </p:embeddedFont>
    <p:embeddedFont>
      <p:font typeface="Lexend"/>
      <p:regular r:id="rId43"/>
      <p:bold r:id="rId44"/>
    </p:embeddedFont>
    <p:embeddedFont>
      <p:font typeface="Oswald"/>
      <p:regular r:id="rId45"/>
      <p:bold r:id="rId46"/>
    </p:embeddedFont>
    <p:embeddedFont>
      <p:font typeface="Inter ExtraLight"/>
      <p:regular r:id="rId47"/>
      <p:bold r:id="rId48"/>
      <p:italic r:id="rId49"/>
      <p:boldItalic r:id="rId50"/>
    </p:embeddedFont>
    <p:embeddedFont>
      <p:font typeface="Comic Relief"/>
      <p:regular r:id="rId51"/>
      <p:bold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-italic.fntdata"/><Relationship Id="rId42" Type="http://schemas.openxmlformats.org/officeDocument/2006/relationships/font" Target="fonts/Pacifico-regular.fntdata"/><Relationship Id="rId41" Type="http://schemas.openxmlformats.org/officeDocument/2006/relationships/font" Target="fonts/Inter-boldItalic.fntdata"/><Relationship Id="rId44" Type="http://schemas.openxmlformats.org/officeDocument/2006/relationships/font" Target="fonts/Lexend-bold.fntdata"/><Relationship Id="rId43" Type="http://schemas.openxmlformats.org/officeDocument/2006/relationships/font" Target="fonts/Lexend-regular.fntdata"/><Relationship Id="rId46" Type="http://schemas.openxmlformats.org/officeDocument/2006/relationships/font" Target="fonts/Oswald-bold.fntdata"/><Relationship Id="rId45" Type="http://schemas.openxmlformats.org/officeDocument/2006/relationships/font" Target="fonts/Oswald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InterExtraLight-bold.fntdata"/><Relationship Id="rId47" Type="http://schemas.openxmlformats.org/officeDocument/2006/relationships/font" Target="fonts/InterExtraLight-regular.fntdata"/><Relationship Id="rId49" Type="http://schemas.openxmlformats.org/officeDocument/2006/relationships/font" Target="fonts/InterExtraLight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font" Target="fonts/Inter-bold.fntdata"/><Relationship Id="rId38" Type="http://schemas.openxmlformats.org/officeDocument/2006/relationships/font" Target="fonts/Inter-regular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ComicRelief-regular.fntdata"/><Relationship Id="rId50" Type="http://schemas.openxmlformats.org/officeDocument/2006/relationships/font" Target="fonts/InterExtraLight-boldItalic.fntdata"/><Relationship Id="rId52" Type="http://schemas.openxmlformats.org/officeDocument/2006/relationships/font" Target="fonts/ComicRelief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UI present on current slide: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legacy_bgservice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flame_menubar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flame_img/happypoagy.png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flame_mbicons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legacy_playbutton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flame_txt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flame_badges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flame_news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flame_gamecarousel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legacy_backbutton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legacy_altplaybutton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h194a4fe9424dd655_6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h194a4fe9424dd655_6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h194a4fe9424dd655_6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h194a4fe9424dd655_6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h49b2884aecb4c890_4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h49b2884aecb4c890_4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Slide ID: newchangelog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flame_moderntitle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flame_img/happypoagy.png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flame_sidepanel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flame-spcontent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h63b3da3befb7e99b_217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h63b3da3befb7e99b_217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h166a1cf4b5e368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h166a1cf4b5e368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h166a1cf4b5e3685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h166a1cf4b5e3685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h166a1cf4b5e3685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h166a1cf4b5e3685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…ok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h166a1cf4b5e3685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h166a1cf4b5e3685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Christmas?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h166a1cf4b5e3685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h166a1cf4b5e368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h166a1cf4b5e3685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h166a1cf4b5e368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h166a1cf4b5e3685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h166a1cf4b5e3685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Why?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h166a1cf4b5e368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h166a1cf4b5e368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movies do you like?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h166a1cf4b5e3685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h166a1cf4b5e3685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4" name="Google Shape;444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2" name="Google Shape;452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7" name="Google Shape;467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6" name="Google Shape;486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5" name="Google Shape;505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4" name="Google Shape;524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Title screen test for </a:t>
            </a:r>
            <a:r>
              <a:rPr lang="en"/>
              <a:t>Happy Poagy conversation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h63b3da3befb7e99b_21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5" name="Google Shape;555;h63b3da3befb7e99b_21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8.png"/><Relationship Id="rId13" Type="http://schemas.openxmlformats.org/officeDocument/2006/relationships/slide" Target="/ppt/slides/slide8.xml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12.xml"/><Relationship Id="rId4" Type="http://schemas.openxmlformats.org/officeDocument/2006/relationships/image" Target="../media/image1.png"/><Relationship Id="rId9" Type="http://schemas.openxmlformats.org/officeDocument/2006/relationships/slide" Target="/ppt/slides/slide13.xml"/><Relationship Id="rId14" Type="http://schemas.openxmlformats.org/officeDocument/2006/relationships/image" Target="../media/image3.png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image" Target="../media/image5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4.xml"/><Relationship Id="rId13" Type="http://schemas.openxmlformats.org/officeDocument/2006/relationships/slide" Target="/ppt/slides/slide6.xml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12.xml"/><Relationship Id="rId4" Type="http://schemas.openxmlformats.org/officeDocument/2006/relationships/image" Target="../media/image1.png"/><Relationship Id="rId9" Type="http://schemas.openxmlformats.org/officeDocument/2006/relationships/slide" Target="/ppt/slides/slide14.xml"/><Relationship Id="rId15" Type="http://schemas.openxmlformats.org/officeDocument/2006/relationships/image" Target="../media/image8.png"/><Relationship Id="rId14" Type="http://schemas.openxmlformats.org/officeDocument/2006/relationships/slide" Target="/ppt/slides/slide13.xml"/><Relationship Id="rId17" Type="http://schemas.openxmlformats.org/officeDocument/2006/relationships/image" Target="../media/image3.png"/><Relationship Id="rId16" Type="http://schemas.openxmlformats.org/officeDocument/2006/relationships/slide" Target="/ppt/slides/slide8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1.xml"/><Relationship Id="rId8" Type="http://schemas.openxmlformats.org/officeDocument/2006/relationships/slide" Target="/ppt/slides/slide3.xml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3.xml"/><Relationship Id="rId10" Type="http://schemas.openxmlformats.org/officeDocument/2006/relationships/slide" Target="/ppt/slides/slide14.xml"/><Relationship Id="rId13" Type="http://schemas.openxmlformats.org/officeDocument/2006/relationships/slide" Target="/ppt/slides/slide6.xml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12.xml"/><Relationship Id="rId4" Type="http://schemas.openxmlformats.org/officeDocument/2006/relationships/image" Target="../media/image1.png"/><Relationship Id="rId9" Type="http://schemas.openxmlformats.org/officeDocument/2006/relationships/slide" Target="/ppt/slides/slide2.xml"/><Relationship Id="rId15" Type="http://schemas.openxmlformats.org/officeDocument/2006/relationships/image" Target="../media/image8.png"/><Relationship Id="rId14" Type="http://schemas.openxmlformats.org/officeDocument/2006/relationships/slide" Target="/ppt/slides/slide13.xml"/><Relationship Id="rId17" Type="http://schemas.openxmlformats.org/officeDocument/2006/relationships/image" Target="../media/image3.png"/><Relationship Id="rId16" Type="http://schemas.openxmlformats.org/officeDocument/2006/relationships/slide" Target="/ppt/slides/slide8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4.xml"/><Relationship Id="rId8" Type="http://schemas.openxmlformats.org/officeDocument/2006/relationships/slide" Target="/ppt/slides/slide1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5.xml"/><Relationship Id="rId13" Type="http://schemas.openxmlformats.org/officeDocument/2006/relationships/slide" Target="/ppt/slides/slide6.xml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12.xml"/><Relationship Id="rId4" Type="http://schemas.openxmlformats.org/officeDocument/2006/relationships/image" Target="../media/image1.png"/><Relationship Id="rId9" Type="http://schemas.openxmlformats.org/officeDocument/2006/relationships/slide" Target="/ppt/slides/slide23.xml"/><Relationship Id="rId15" Type="http://schemas.openxmlformats.org/officeDocument/2006/relationships/image" Target="../media/image8.png"/><Relationship Id="rId14" Type="http://schemas.openxmlformats.org/officeDocument/2006/relationships/slide" Target="/ppt/slides/slide13.xml"/><Relationship Id="rId17" Type="http://schemas.openxmlformats.org/officeDocument/2006/relationships/image" Target="../media/image3.png"/><Relationship Id="rId16" Type="http://schemas.openxmlformats.org/officeDocument/2006/relationships/slide" Target="/ppt/slides/slide8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2.xml"/><Relationship Id="rId8" Type="http://schemas.openxmlformats.org/officeDocument/2006/relationships/slide" Target="/ppt/slides/slide1.xml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5.xml"/><Relationship Id="rId10" Type="http://schemas.openxmlformats.org/officeDocument/2006/relationships/slide" Target="/ppt/slides/slide2.xml"/><Relationship Id="rId13" Type="http://schemas.openxmlformats.org/officeDocument/2006/relationships/slide" Target="/ppt/slides/slide6.xml"/><Relationship Id="rId12" Type="http://schemas.openxmlformats.org/officeDocument/2006/relationships/image" Target="../media/image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12.xml"/><Relationship Id="rId4" Type="http://schemas.openxmlformats.org/officeDocument/2006/relationships/image" Target="../media/image1.png"/><Relationship Id="rId9" Type="http://schemas.openxmlformats.org/officeDocument/2006/relationships/slide" Target="/ppt/slides/slide4.xml"/><Relationship Id="rId15" Type="http://schemas.openxmlformats.org/officeDocument/2006/relationships/image" Target="../media/image8.png"/><Relationship Id="rId14" Type="http://schemas.openxmlformats.org/officeDocument/2006/relationships/slide" Target="/ppt/slides/slide13.xml"/><Relationship Id="rId17" Type="http://schemas.openxmlformats.org/officeDocument/2006/relationships/image" Target="../media/image3.png"/><Relationship Id="rId16" Type="http://schemas.openxmlformats.org/officeDocument/2006/relationships/slide" Target="/ppt/slides/slide8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1.xml"/><Relationship Id="rId8" Type="http://schemas.openxmlformats.org/officeDocument/2006/relationships/slide" Target="/ppt/slides/slide23.xml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2.xml"/><Relationship Id="rId13" Type="http://schemas.openxmlformats.org/officeDocument/2006/relationships/image" Target="../media/image7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2.xml"/><Relationship Id="rId4" Type="http://schemas.openxmlformats.org/officeDocument/2006/relationships/image" Target="../media/image1.png"/><Relationship Id="rId9" Type="http://schemas.openxmlformats.org/officeDocument/2006/relationships/slide" Target="/ppt/slides/slide14.xml"/><Relationship Id="rId15" Type="http://schemas.openxmlformats.org/officeDocument/2006/relationships/slide" Target="/ppt/slides/slide13.xml"/><Relationship Id="rId14" Type="http://schemas.openxmlformats.org/officeDocument/2006/relationships/slide" Target="/ppt/slides/slide4.xml"/><Relationship Id="rId17" Type="http://schemas.openxmlformats.org/officeDocument/2006/relationships/slide" Target="/ppt/slides/slide8.xml"/><Relationship Id="rId16" Type="http://schemas.openxmlformats.org/officeDocument/2006/relationships/image" Target="../media/image8.png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18" Type="http://schemas.openxmlformats.org/officeDocument/2006/relationships/image" Target="../media/image3.png"/><Relationship Id="rId7" Type="http://schemas.openxmlformats.org/officeDocument/2006/relationships/slide" Target="/ppt/slides/slide1.xml"/><Relationship Id="rId8" Type="http://schemas.openxmlformats.org/officeDocument/2006/relationships/slide" Target="/ppt/slides/slide7.xml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4.xml"/><Relationship Id="rId13" Type="http://schemas.openxmlformats.org/officeDocument/2006/relationships/slide" Target="/ppt/slides/slide7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2.xml"/><Relationship Id="rId4" Type="http://schemas.openxmlformats.org/officeDocument/2006/relationships/image" Target="../media/image1.png"/><Relationship Id="rId9" Type="http://schemas.openxmlformats.org/officeDocument/2006/relationships/slide" Target="/ppt/slides/slide3.xml"/><Relationship Id="rId15" Type="http://schemas.openxmlformats.org/officeDocument/2006/relationships/slide" Target="/ppt/slides/slide4.xml"/><Relationship Id="rId14" Type="http://schemas.openxmlformats.org/officeDocument/2006/relationships/image" Target="../media/image7.png"/><Relationship Id="rId17" Type="http://schemas.openxmlformats.org/officeDocument/2006/relationships/image" Target="../media/image8.png"/><Relationship Id="rId16" Type="http://schemas.openxmlformats.org/officeDocument/2006/relationships/slide" Target="/ppt/slides/slide13.xml"/><Relationship Id="rId5" Type="http://schemas.openxmlformats.org/officeDocument/2006/relationships/slide" Target="/ppt/slides/slide9.xml"/><Relationship Id="rId19" Type="http://schemas.openxmlformats.org/officeDocument/2006/relationships/image" Target="../media/image3.png"/><Relationship Id="rId6" Type="http://schemas.openxmlformats.org/officeDocument/2006/relationships/image" Target="../media/image2.png"/><Relationship Id="rId18" Type="http://schemas.openxmlformats.org/officeDocument/2006/relationships/slide" Target="/ppt/slides/slide8.xml"/><Relationship Id="rId7" Type="http://schemas.openxmlformats.org/officeDocument/2006/relationships/slide" Target="/ppt/slides/slide1.xml"/><Relationship Id="rId8" Type="http://schemas.openxmlformats.org/officeDocument/2006/relationships/slide" Target="/ppt/slides/slide6.xml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14.png"/><Relationship Id="rId13" Type="http://schemas.openxmlformats.org/officeDocument/2006/relationships/image" Target="../media/image3.png"/><Relationship Id="rId12" Type="http://schemas.openxmlformats.org/officeDocument/2006/relationships/slide" Target="/ppt/slides/slide8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image" Target="../media/image8.png"/><Relationship Id="rId5" Type="http://schemas.openxmlformats.org/officeDocument/2006/relationships/image" Target="../media/image1.png"/><Relationship Id="rId6" Type="http://schemas.openxmlformats.org/officeDocument/2006/relationships/slide" Target="/ppt/slides/slide8.xml"/><Relationship Id="rId7" Type="http://schemas.openxmlformats.org/officeDocument/2006/relationships/image" Target="../media/image7.png"/><Relationship Id="rId8" Type="http://schemas.openxmlformats.org/officeDocument/2006/relationships/slide" Target="/ppt/slides/slide13.xml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8.png"/><Relationship Id="rId10" Type="http://schemas.openxmlformats.org/officeDocument/2006/relationships/slide" Target="/ppt/slides/slide13.xml"/><Relationship Id="rId13" Type="http://schemas.openxmlformats.org/officeDocument/2006/relationships/image" Target="../media/image3.png"/><Relationship Id="rId12" Type="http://schemas.openxmlformats.org/officeDocument/2006/relationships/slide" Target="/ppt/slides/slide8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slide" Target="/ppt/slides/slide11.xml"/><Relationship Id="rId7" Type="http://schemas.openxmlformats.org/officeDocument/2006/relationships/image" Target="../media/image1.png"/><Relationship Id="rId8" Type="http://schemas.openxmlformats.org/officeDocument/2006/relationships/slide" Target="/ppt/slides/slide9.xml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8.xml"/><Relationship Id="rId10" Type="http://schemas.openxmlformats.org/officeDocument/2006/relationships/image" Target="../media/image8.png"/><Relationship Id="rId1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13.xml"/><Relationship Id="rId5" Type="http://schemas.openxmlformats.org/officeDocument/2006/relationships/image" Target="../media/image5.png"/><Relationship Id="rId6" Type="http://schemas.openxmlformats.org/officeDocument/2006/relationships/image" Target="../media/image1.png"/><Relationship Id="rId7" Type="http://schemas.openxmlformats.org/officeDocument/2006/relationships/slide" Target="/ppt/slides/slide10.xml"/><Relationship Id="rId8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8.png"/><Relationship Id="rId10" Type="http://schemas.openxmlformats.org/officeDocument/2006/relationships/slide" Target="/ppt/slides/slide13.xml"/><Relationship Id="rId13" Type="http://schemas.openxmlformats.org/officeDocument/2006/relationships/image" Target="../media/image3.png"/><Relationship Id="rId12" Type="http://schemas.openxmlformats.org/officeDocument/2006/relationships/slide" Target="/ppt/slides/slide8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slide" Target="/ppt/slides/slide9.xml"/><Relationship Id="rId7" Type="http://schemas.openxmlformats.org/officeDocument/2006/relationships/image" Target="../media/image1.png"/><Relationship Id="rId8" Type="http://schemas.openxmlformats.org/officeDocument/2006/relationships/slide" Target="/ppt/slides/slide11.xml"/></Relationships>
</file>

<file path=ppt/slides/_rels/slide12.xml.rels><?xml version="1.0" encoding="UTF-8" standalone="yes"?><Relationships xmlns="http://schemas.openxmlformats.org/package/2006/relationships"><Relationship Id="rId11" Type="http://schemas.openxmlformats.org/officeDocument/2006/relationships/image" Target="../media/image9.png"/><Relationship Id="rId10" Type="http://schemas.openxmlformats.org/officeDocument/2006/relationships/image" Target="../media/image10.png"/><Relationship Id="rId13" Type="http://schemas.openxmlformats.org/officeDocument/2006/relationships/image" Target="../media/image7.png"/><Relationship Id="rId12" Type="http://schemas.openxmlformats.org/officeDocument/2006/relationships/slide" Target="/ppt/slides/slide1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8.png"/><Relationship Id="rId14" Type="http://schemas.openxmlformats.org/officeDocument/2006/relationships/slide" Target="/ppt/slides/slide13.xml"/><Relationship Id="rId17" Type="http://schemas.openxmlformats.org/officeDocument/2006/relationships/image" Target="../media/image3.png"/><Relationship Id="rId16" Type="http://schemas.openxmlformats.org/officeDocument/2006/relationships/slide" Target="/ppt/slides/slide8.xml"/><Relationship Id="rId5" Type="http://schemas.openxmlformats.org/officeDocument/2006/relationships/slide" Target="/ppt/slides/slide1.xml"/><Relationship Id="rId6" Type="http://schemas.openxmlformats.org/officeDocument/2006/relationships/image" Target="../media/image12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8.xml"/><Relationship Id="rId10" Type="http://schemas.openxmlformats.org/officeDocument/2006/relationships/image" Target="../media/image7.png"/><Relationship Id="rId1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9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12.png"/><Relationship Id="rId7" Type="http://schemas.openxmlformats.org/officeDocument/2006/relationships/slide" Target="/ppt/slides/slide1.xml"/><Relationship Id="rId8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Relationship Id="rId4" Type="http://schemas.openxmlformats.org/officeDocument/2006/relationships/slide" Target="/ppt/slides/slide15.xml"/><Relationship Id="rId5" Type="http://schemas.openxmlformats.org/officeDocument/2006/relationships/image" Target="../media/image15.png"/><Relationship Id="rId6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jpg"/><Relationship Id="rId4" Type="http://schemas.openxmlformats.org/officeDocument/2006/relationships/slide" Target="/ppt/slides/slide16.xml"/><Relationship Id="rId5" Type="http://schemas.openxmlformats.org/officeDocument/2006/relationships/slide" Target="/ppt/slides/slide20.xml"/><Relationship Id="rId6" Type="http://schemas.openxmlformats.org/officeDocument/2006/relationships/image" Target="../media/image15.png"/><Relationship Id="rId7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jpg"/><Relationship Id="rId4" Type="http://schemas.openxmlformats.org/officeDocument/2006/relationships/slide" Target="/ppt/slides/slide19.xml"/><Relationship Id="rId5" Type="http://schemas.openxmlformats.org/officeDocument/2006/relationships/slide" Target="/ppt/slides/slide17.xml"/><Relationship Id="rId6" Type="http://schemas.openxmlformats.org/officeDocument/2006/relationships/image" Target="../media/image15.png"/><Relationship Id="rId7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jpg"/><Relationship Id="rId4" Type="http://schemas.openxmlformats.org/officeDocument/2006/relationships/slide" Target="/ppt/slides/slide18.xml"/><Relationship Id="rId5" Type="http://schemas.openxmlformats.org/officeDocument/2006/relationships/image" Target="../media/image15.png"/><Relationship Id="rId6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3.jpg"/><Relationship Id="rId4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jpg"/><Relationship Id="rId4" Type="http://schemas.openxmlformats.org/officeDocument/2006/relationships/slide" Target="/ppt/slides/slide2.xml"/><Relationship Id="rId5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jpg"/><Relationship Id="rId4" Type="http://schemas.openxmlformats.org/officeDocument/2006/relationships/slide" Target="/ppt/slides/slide21.xml"/><Relationship Id="rId5" Type="http://schemas.openxmlformats.org/officeDocument/2006/relationships/image" Target="../media/image15.png"/><Relationship Id="rId6" Type="http://schemas.openxmlformats.org/officeDocument/2006/relationships/slide" Target="/ppt/slides/slide2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jpg"/><Relationship Id="rId4" Type="http://schemas.openxmlformats.org/officeDocument/2006/relationships/slide" Target="/ppt/slides/slide22.xml"/><Relationship Id="rId5" Type="http://schemas.openxmlformats.org/officeDocument/2006/relationships/image" Target="../media/image15.png"/><Relationship Id="rId6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jpg"/><Relationship Id="rId4" Type="http://schemas.openxmlformats.org/officeDocument/2006/relationships/slide" Target="/ppt/slides/slide2.xml"/><Relationship Id="rId5" Type="http://schemas.openxmlformats.org/officeDocument/2006/relationships/image" Target="../media/image15.png"/><Relationship Id="rId6" Type="http://schemas.openxmlformats.org/officeDocument/2006/relationships/slide" Target="/ppt/slides/slide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slide" Target="/ppt/slides/slide2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slide" Target="/ppt/slides/slide25.xml"/><Relationship Id="rId4" Type="http://schemas.openxmlformats.org/officeDocument/2006/relationships/slide" Target="/ppt/slides/slide24.xml"/><Relationship Id="rId5" Type="http://schemas.openxmlformats.org/officeDocument/2006/relationships/slide" Target="/ppt/slides/slide2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jpg"/><Relationship Id="rId4" Type="http://schemas.openxmlformats.org/officeDocument/2006/relationships/slide" Target="/ppt/slides/slide26.xml"/><Relationship Id="rId5" Type="http://schemas.openxmlformats.org/officeDocument/2006/relationships/slide" Target="/ppt/slides/slide27.xml"/><Relationship Id="rId6" Type="http://schemas.openxmlformats.org/officeDocument/2006/relationships/slide" Target="/ppt/slides/slide28.xml"/><Relationship Id="rId7" Type="http://schemas.openxmlformats.org/officeDocument/2006/relationships/slide" Target="/ppt/slides/slide29.xml"/><Relationship Id="rId8" Type="http://schemas.openxmlformats.org/officeDocument/2006/relationships/slide" Target="/ppt/slides/slide2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6.jpg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jpg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jpg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6.jpg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175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[POAGY_CLOCK]" id="100" name="Google Shape;100;p25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poagy.gs</a:t>
            </a:r>
            <a:r>
              <a:rPr lang="en">
                <a:solidFill>
                  <a:schemeClr val="dk1"/>
                </a:solidFill>
              </a:rPr>
              <a:t> Home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1" name="Google Shape;101;p25"/>
          <p:cNvSpPr/>
          <p:nvPr/>
        </p:nvSpPr>
        <p:spPr>
          <a:xfrm>
            <a:off x="0" y="2175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6" name="Google Shape;106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25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5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15" name="Google Shape;115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2" name="Google Shape;122;p26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3" name="Google Shape;123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4" name="Google Shape;124;p26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5" name="Google Shape;125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26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27" name="Google Shape;127;p26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28" name="Google Shape;128;p26">
            <a:hlinkClick action="ppaction://hlinksldjump" r:id="rId10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29" name="Google Shape;129;p26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6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31" name="Google Shape;131;p26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132" name="Google Shape;132;p26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6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39" name="Google Shape;139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44" name="Google Shape;144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27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698631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46" name="Google Shape;146;p27">
            <a:hlinkClick action="ppaction://hlinksldjump" r:id="rId7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47" name="Google Shape;147;p27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8" name="Google Shape;148;p27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9" name="Google Shape;149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50" name="Google Shape;150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27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52" name="Google Shape;152;p27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7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54" name="Google Shape;154;p27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Crash a Poagy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55" name="Google Shape;155;p27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56" name="Google Shape;156;p27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7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63" name="Google Shape;163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68" name="Google Shape;168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9" name="Google Shape;169;p28">
            <a:hlinkClick action="ppaction://hlinksldjump" r:id="rId7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70" name="Google Shape;170;p28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71" name="Google Shape;171;p28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72" name="Google Shape;172;p28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73" name="Google Shape;173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74" name="Google Shape;174;p28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75" name="Google Shape;175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6" name="Google Shape;176;p28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8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78" name="Google Shape;178;p28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79" name="Google Shape;179;p28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8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86" name="Google Shape;186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91" name="Google Shape;191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2" name="Google Shape;192;p29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93" name="Google Shape;193;p29">
            <a:hlinkClick action="ppaction://hlinksldjump" r:id="rId8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94" name="Google Shape;194;p29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95" name="Google Shape;195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96" name="Google Shape;196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29">
            <a:hlinkClick action="ppaction://hlinksldjump" r:id="rId10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98" name="Google Shape;198;p29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99" name="Google Shape;199;p29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9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201" name="Google Shape;201;p29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y</a:t>
            </a:r>
            <a:r>
              <a:rPr lang="en" sz="1200"/>
              <a:t>our did it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202" name="Google Shape;202;p29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203" name="Google Shape;203;p29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9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10" name="Google Shape;210;p30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0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30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0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30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5" name="Google Shape;215;p30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30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17" name="Google Shape;217;p30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18" name="Google Shape;218;p30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19" name="Google Shape;219;p30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30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21" name="Google Shape;221;p30">
            <a:hlinkClick action="ppaction://hlinksldjump" r:id="rId10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22" name="Google Shape;222;p30">
            <a:hlinkClick action="ppaction://hlinksldjump" r:id="rId11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23" name="Google Shape;223;p30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DDDDD"/>
              </a:gs>
              <a:gs pos="100000">
                <a:srgbClr val="91919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poagy.gs+</a:t>
            </a:r>
            <a:endParaRPr sz="400"/>
          </a:p>
        </p:txBody>
      </p:sp>
      <p:sp>
        <p:nvSpPr>
          <p:cNvPr id="225" name="Google Shape;225;p30">
            <a:hlinkClick action="ppaction://hlinksldjump" r:id="rId14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226" name="Google Shape;226;p30">
            <a:hlinkClick action="ppaction://hlinksldjump" r:id="rId15"/>
          </p:cNvPr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30">
            <a:hlinkClick action="ppaction://hlinksldjump" r:id="rId17"/>
          </p:cNvPr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33" name="Google Shape;233;p31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1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31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1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1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38" name="Google Shape;238;p31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31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40" name="Google Shape;240;p31">
            <a:hlinkClick action="ppaction://hlinksldjump" r:id="rId8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41" name="Google Shape;241;p31">
            <a:hlinkClick action="ppaction://hlinksldjump" r:id="rId9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42" name="Google Shape;242;p31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31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44" name="Google Shape;244;p31">
            <a:hlinkClick action="ppaction://hlinksldjump" r:id="rId11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45" name="Google Shape;245;p31">
            <a:hlinkClick action="ppaction://hlinksldjump" r:id="rId12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46" name="Google Shape;246;p31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1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248" name="Google Shape;248;p31">
            <a:hlinkClick action="ppaction://hlinksldjump" r:id="rId15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249" name="Google Shape;249;p31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1">
            <a:hlinkClick action="ppaction://hlinksldjump" r:id="rId18"/>
          </p:cNvPr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55" name="Google Shape;255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6" name="Google Shape;256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32" title="littlepoagy-nobg.png"/>
          <p:cNvPicPr preferRelativeResize="0"/>
          <p:nvPr/>
        </p:nvPicPr>
        <p:blipFill rotWithShape="1">
          <a:blip r:embed="rId5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32">
            <a:hlinkClick action="ppaction://hlinksldjump"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32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260" name="Google Shape;260;p32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Experimental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61" name="Google Shape;261;p32"/>
          <p:cNvSpPr txBox="1"/>
          <p:nvPr/>
        </p:nvSpPr>
        <p:spPr>
          <a:xfrm>
            <a:off x="6793425" y="2440050"/>
            <a:ext cx="2229600" cy="26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selections available.</a:t>
            </a:r>
            <a:endParaRPr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62" name="Google Shape;262;p32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515200" y="2396556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32">
            <a:hlinkClick action="ppaction://hlinksldjump" r:id="rId11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pic>
        <p:nvPicPr>
          <p:cNvPr id="264" name="Google Shape;264;p32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69" name="Google Shape;269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0" name="Google Shape;270;p33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33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33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2026.1022.0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22nd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omic Relief"/>
              <a:buChar char="●"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Adds coming soon placeholder to News panel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omic Relief"/>
              <a:buChar char="●"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Adds experiment library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omic Relief"/>
              <a:buChar char="●"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Minor tweaks to game selection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73" name="Google Shape;273;p33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74" name="Google Shape;274;p33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75" name="Google Shape;275;p33">
            <a:hlinkClick action="ppaction://hlinksldjump" r:id="rId6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76" name="Google Shape;276;p33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3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3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279" name="Google Shape;279;p33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80" name="Google Shape;280;p33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85" name="Google Shape;285;p34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6" name="Google Shape;286;p34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4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34" title="littlepoagy-nobg.png"/>
          <p:cNvPicPr preferRelativeResize="0"/>
          <p:nvPr/>
        </p:nvPicPr>
        <p:blipFill rotWithShape="1">
          <a:blip r:embed="rId6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34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4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291" name="Google Shape;291;p34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poagy.gs Home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292" name="Google Shape;292;p34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4"/>
          <p:cNvSpPr/>
          <p:nvPr/>
        </p:nvSpPr>
        <p:spPr>
          <a:xfrm>
            <a:off x="-2725" y="-2725"/>
            <a:ext cx="9146700" cy="627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70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Changelog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7B7B7"/>
                </a:solidFill>
              </a:rPr>
              <a:t>What’s new in poagy.gs+</a:t>
            </a:r>
            <a:endParaRPr sz="1000">
              <a:solidFill>
                <a:srgbClr val="B7B7B7"/>
              </a:solidFill>
            </a:endParaRPr>
          </a:p>
        </p:txBody>
      </p:sp>
      <p:sp>
        <p:nvSpPr>
          <p:cNvPr id="294" name="Google Shape;294;p34"/>
          <p:cNvSpPr/>
          <p:nvPr/>
        </p:nvSpPr>
        <p:spPr>
          <a:xfrm>
            <a:off x="-16200" y="628050"/>
            <a:ext cx="9146700" cy="3794700"/>
          </a:xfrm>
          <a:prstGeom prst="roundRect">
            <a:avLst>
              <a:gd fmla="val 6660" name="adj"/>
            </a:avLst>
          </a:prstGeom>
          <a:solidFill>
            <a:srgbClr val="666666">
              <a:alpha val="5949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4"/>
          <p:cNvSpPr/>
          <p:nvPr/>
        </p:nvSpPr>
        <p:spPr>
          <a:xfrm>
            <a:off x="2156950" y="4559350"/>
            <a:ext cx="6987000" cy="4746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Visit Release</a:t>
            </a:r>
            <a:endParaRPr/>
          </a:p>
        </p:txBody>
      </p:sp>
      <p:sp>
        <p:nvSpPr>
          <p:cNvPr id="296" name="Google Shape;296;p34"/>
          <p:cNvSpPr/>
          <p:nvPr/>
        </p:nvSpPr>
        <p:spPr>
          <a:xfrm>
            <a:off x="13500" y="4559350"/>
            <a:ext cx="2091900" cy="4746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Close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301" name="Google Shape;301;p3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2" name="Google Shape;302;p35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5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35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305" name="Google Shape;305;p35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306" name="Google Shape;306;p35">
            <a:hlinkClick action="ppaction://hlinksldjump" r:id="rId6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307" name="Google Shape;307;p35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308" name="Google Shape;308;p35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35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5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311" name="Google Shape;311;p35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12" name="Google Shape;312;p35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317" name="Google Shape;317;p3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18" name="Google Shape;31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36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6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21" name="Google Shape;321;p36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36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323" name="Google Shape;323;p36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324" name="Google Shape;324;p36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325" name="Google Shape;325;p36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326" name="Google Shape;326;p36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36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36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36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2026.1022.0</a:t>
            </a:r>
            <a:r>
              <a:rPr lang="en" sz="600">
                <a:solidFill>
                  <a:schemeClr val="lt1"/>
                </a:solidFill>
              </a:rPr>
              <a:t>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330" name="Google Shape;330;p36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31" name="Google Shape;331;p36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Google Shape;332;p36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333" name="Google Shape;333;p36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34" name="Google Shape;334;p36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339" name="Google Shape;339;p3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0" name="Google Shape;340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37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37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343" name="Google Shape;343;p37"/>
          <p:cNvSpPr/>
          <p:nvPr/>
        </p:nvSpPr>
        <p:spPr>
          <a:xfrm>
            <a:off x="61116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00"/>
                </a:solidFill>
                <a:latin typeface="Comic Relief"/>
                <a:ea typeface="Comic Relief"/>
                <a:cs typeface="Comic Relief"/>
                <a:sym typeface="Comic Relief"/>
              </a:rPr>
              <a:t>News</a:t>
            </a:r>
            <a:endParaRPr sz="1800">
              <a:solidFill>
                <a:srgbClr val="FF00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Updates about poagy.gs+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44" name="Google Shape;344;p37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37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37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347" name="Google Shape;347;p37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mic Relief"/>
                <a:ea typeface="Comic Relief"/>
                <a:cs typeface="Comic Relief"/>
                <a:sym typeface="Comic Relief"/>
              </a:rPr>
              <a:t>poagy.gs Home</a:t>
            </a:r>
            <a:endParaRPr>
              <a:solidFill>
                <a:schemeClr val="dk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48" name="Google Shape;348;p37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493825" y="46625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37"/>
          <p:cNvSpPr txBox="1"/>
          <p:nvPr/>
        </p:nvSpPr>
        <p:spPr>
          <a:xfrm>
            <a:off x="6784350" y="2583900"/>
            <a:ext cx="1686900" cy="3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chemeClr val="lt1"/>
                </a:solidFill>
              </a:rPr>
              <a:t>Coming soon (I hope)</a:t>
            </a:r>
            <a:endParaRPr i="1" sz="1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8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55" name="Google Shape;355;p38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Hi!</a:t>
            </a:r>
            <a:endParaRPr sz="1200"/>
          </a:p>
        </p:txBody>
      </p:sp>
      <p:sp>
        <p:nvSpPr>
          <p:cNvPr id="356" name="Google Shape;356;p38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Hi</a:t>
            </a:r>
            <a:endParaRPr sz="1000"/>
          </a:p>
        </p:txBody>
      </p:sp>
      <p:pic>
        <p:nvPicPr>
          <p:cNvPr id="357" name="Google Shape;357;p38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38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9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64" name="Google Shape;364;p39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You know, my name is Poagy!</a:t>
            </a:r>
            <a:endParaRPr sz="1200"/>
          </a:p>
        </p:txBody>
      </p:sp>
      <p:sp>
        <p:nvSpPr>
          <p:cNvPr id="365" name="Google Shape;365;p39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…ok</a:t>
            </a:r>
            <a:endParaRPr sz="1000"/>
          </a:p>
        </p:txBody>
      </p:sp>
      <p:sp>
        <p:nvSpPr>
          <p:cNvPr id="366" name="Google Shape;366;p39">
            <a:hlinkClick action="ppaction://hlinksldjump" r:id="rId5"/>
          </p:cNvPr>
          <p:cNvSpPr/>
          <p:nvPr/>
        </p:nvSpPr>
        <p:spPr>
          <a:xfrm>
            <a:off x="7795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Why?</a:t>
            </a:r>
            <a:endParaRPr sz="1000"/>
          </a:p>
        </p:txBody>
      </p:sp>
      <p:pic>
        <p:nvPicPr>
          <p:cNvPr id="367" name="Google Shape;367;p39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39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0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74" name="Google Shape;374;p40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…</a:t>
            </a:r>
            <a:endParaRPr sz="1200"/>
          </a:p>
        </p:txBody>
      </p:sp>
      <p:sp>
        <p:nvSpPr>
          <p:cNvPr id="375" name="Google Shape;375;p40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</a:t>
            </a:r>
            <a:endParaRPr sz="1000"/>
          </a:p>
        </p:txBody>
      </p:sp>
      <p:sp>
        <p:nvSpPr>
          <p:cNvPr id="376" name="Google Shape;376;p40">
            <a:hlinkClick action="ppaction://hlinksldjump" r:id="rId5"/>
          </p:cNvPr>
          <p:cNvSpPr/>
          <p:nvPr/>
        </p:nvSpPr>
        <p:spPr>
          <a:xfrm>
            <a:off x="8109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Christmas?</a:t>
            </a:r>
            <a:endParaRPr sz="600"/>
          </a:p>
        </p:txBody>
      </p:sp>
      <p:pic>
        <p:nvPicPr>
          <p:cNvPr id="377" name="Google Shape;377;p40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40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1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84" name="Google Shape;384;p41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Yeah, you know, I heard of another poag called “Christmas Poagy”. I remember when I met him for the first time we-</a:t>
            </a:r>
            <a:endParaRPr sz="1200"/>
          </a:p>
        </p:txBody>
      </p:sp>
      <p:sp>
        <p:nvSpPr>
          <p:cNvPr id="385" name="Google Shape;385;p41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Next</a:t>
            </a:r>
            <a:endParaRPr b="1" sz="1000"/>
          </a:p>
        </p:txBody>
      </p:sp>
      <p:pic>
        <p:nvPicPr>
          <p:cNvPr id="386" name="Google Shape;386;p41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41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42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Sorry, but we ran out of budget for this.</a:t>
            </a:r>
            <a:endParaRPr i="1" sz="1200"/>
          </a:p>
        </p:txBody>
      </p:sp>
      <p:sp>
        <p:nvSpPr>
          <p:cNvPr id="393" name="Google Shape;393;p42"/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Cya</a:t>
            </a:r>
            <a:endParaRPr b="1" sz="1000"/>
          </a:p>
        </p:txBody>
      </p:sp>
      <p:sp>
        <p:nvSpPr>
          <p:cNvPr id="394" name="Google Shape;394;p42">
            <a:hlinkClick action="ppaction://hlinksldjump" r:id="rId4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43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just leaves.</a:t>
            </a:r>
            <a:endParaRPr i="1" sz="1200"/>
          </a:p>
        </p:txBody>
      </p:sp>
      <p:sp>
        <p:nvSpPr>
          <p:cNvPr id="400" name="Google Shape;400;p43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Cya</a:t>
            </a:r>
            <a:endParaRPr sz="1000"/>
          </a:p>
        </p:txBody>
      </p:sp>
      <p:sp>
        <p:nvSpPr>
          <p:cNvPr id="401" name="Google Shape;401;p43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4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407" name="Google Shape;407;p44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I mean, if you think that I’m basically the default poagy (I’m not btw), then that’s why.</a:t>
            </a:r>
            <a:endParaRPr sz="1200"/>
          </a:p>
        </p:txBody>
      </p:sp>
      <p:sp>
        <p:nvSpPr>
          <p:cNvPr id="408" name="Google Shape;408;p44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What movies do you like?</a:t>
            </a:r>
            <a:endParaRPr sz="800"/>
          </a:p>
        </p:txBody>
      </p:sp>
      <p:pic>
        <p:nvPicPr>
          <p:cNvPr id="409" name="Google Shape;409;p44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44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5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416" name="Google Shape;416;p45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Some of my favorites movies are </a:t>
            </a:r>
            <a:endParaRPr sz="1200"/>
          </a:p>
        </p:txBody>
      </p:sp>
      <p:sp>
        <p:nvSpPr>
          <p:cNvPr id="417" name="Google Shape;417;p45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Next</a:t>
            </a:r>
            <a:endParaRPr sz="800"/>
          </a:p>
        </p:txBody>
      </p:sp>
      <p:sp>
        <p:nvSpPr>
          <p:cNvPr descr="a green screen with a bunch of error messages on it (Provided by Tenor)" id="418" name="Google Shape;418;p45"/>
          <p:cNvSpPr/>
          <p:nvPr/>
        </p:nvSpPr>
        <p:spPr>
          <a:xfrm>
            <a:off x="6300775" y="4628162"/>
            <a:ext cx="794441" cy="446675"/>
          </a:xfrm>
          <a:prstGeom prst="rect">
            <a:avLst/>
          </a:prstGeom>
          <a:noFill/>
          <a:ln>
            <a:noFill/>
          </a:ln>
        </p:spPr>
      </p:sp>
      <p:pic>
        <p:nvPicPr>
          <p:cNvPr id="419" name="Google Shape;419;p45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45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6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46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appears to have crashed… great job.</a:t>
            </a:r>
            <a:endParaRPr i="1" sz="1200"/>
          </a:p>
        </p:txBody>
      </p:sp>
      <p:sp>
        <p:nvSpPr>
          <p:cNvPr id="427" name="Google Shape;427;p46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Cya</a:t>
            </a:r>
            <a:endParaRPr sz="800"/>
          </a:p>
        </p:txBody>
      </p:sp>
      <p:sp>
        <p:nvSpPr>
          <p:cNvPr descr="a green screen with a bunch of error messages on it (Provided by Tenor)" id="428" name="Google Shape;428;p46"/>
          <p:cNvSpPr/>
          <p:nvPr/>
        </p:nvSpPr>
        <p:spPr>
          <a:xfrm>
            <a:off x="4281037" y="2571749"/>
            <a:ext cx="1038346" cy="583800"/>
          </a:xfrm>
          <a:prstGeom prst="rect">
            <a:avLst/>
          </a:prstGeom>
          <a:noFill/>
          <a:ln>
            <a:noFill/>
          </a:ln>
        </p:spPr>
      </p:sp>
      <p:pic>
        <p:nvPicPr>
          <p:cNvPr id="429" name="Google Shape;429;p46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46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46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</a:t>
            </a:r>
            <a:r>
              <a:rPr lang="en"/>
              <a:t>Crash a Poagy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4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4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7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47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7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7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7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8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8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48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48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49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7" name="Google Shape;457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4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49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49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49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49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9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9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4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0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50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50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50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3" name="Google Shape;473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50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50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50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50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50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9" name="Google Shape;479;p50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480" name="Google Shape;480;p50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50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2" name="Google Shape;482;p50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0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51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1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51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1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2" name="Google Shape;492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51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1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1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1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1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8" name="Google Shape;498;p51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499" name="Google Shape;499;p51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51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1" name="Google Shape;501;p51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51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2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52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52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52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1" name="Google Shape;511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52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52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52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52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52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17" name="Google Shape;517;p52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518" name="Google Shape;518;p52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52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0" name="Google Shape;520;p52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5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5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3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53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53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53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0" name="Google Shape;530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531" name="Google Shape;531;p53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53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53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53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53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6" name="Google Shape;536;p53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537" name="Google Shape;537;p53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53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9" name="Google Shape;539;p53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53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your did 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5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5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54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Poagy pantry defense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47" name="Google Shape;547;p54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548" name="Google Shape;548;p54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549" name="Google Shape;549;p54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550" name="Google Shape;550;p54" title="poagypantrydefense-pantry.jpg"/>
          <p:cNvPicPr preferRelativeResize="0"/>
          <p:nvPr/>
        </p:nvPicPr>
        <p:blipFill rotWithShape="1">
          <a:blip r:embed="rId3">
            <a:alphaModFix/>
          </a:blip>
          <a:srcRect b="0" l="22949" r="21579" t="0"/>
          <a:stretch/>
        </p:blipFill>
        <p:spPr>
          <a:xfrm>
            <a:off x="5290575" y="462150"/>
            <a:ext cx="3120650" cy="4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1" name="Google Shape;551;p54" title="littlepoagy-annoy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1700" y="2960628"/>
            <a:ext cx="1058750" cy="14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2" name="Google Shape;552;p54" title="littlepoagy-confused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515721" y="3265652"/>
            <a:ext cx="1058750" cy="1454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